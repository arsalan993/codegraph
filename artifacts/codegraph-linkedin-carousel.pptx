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28613952064150" /><Relationship Type="http://schemas.openxmlformats.org/officeDocument/2006/relationships/extended-properties" Target="/docProps/app.xml" Id="Rfaf68998793c4563" /><Relationship Type="http://schemas.openxmlformats.org/officeDocument/2006/relationships/officeDocument" Target="/ppt/presentation.xml" Id="Rb6c32a4f1b8c4d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0b0d68d691439f"/>
  </p:sldMasterIdLst>
  <p:notesMasterIdLst>
    <p:notesMasterId xmlns:r="http://schemas.openxmlformats.org/officeDocument/2006/relationships" r:id="R6dab35d5d3004746"/>
  </p:notesMasterIdLst>
  <p:sldIdLst>
    <p:sldId xmlns:r="http://schemas.openxmlformats.org/officeDocument/2006/relationships" id="256" r:id="Rcef103ce00c04133"/>
    <p:sldId xmlns:r="http://schemas.openxmlformats.org/officeDocument/2006/relationships" id="257" r:id="R9ca8e1064360422a"/>
    <p:sldId xmlns:r="http://schemas.openxmlformats.org/officeDocument/2006/relationships" id="258" r:id="R493aa044f20942f3"/>
    <p:sldId xmlns:r="http://schemas.openxmlformats.org/officeDocument/2006/relationships" id="259" r:id="R35de4b33c1e74265"/>
    <p:sldId xmlns:r="http://schemas.openxmlformats.org/officeDocument/2006/relationships" id="260" r:id="R78d928c628074644"/>
    <p:sldId xmlns:r="http://schemas.openxmlformats.org/officeDocument/2006/relationships" id="261" r:id="Rbcdcd48c70934da2"/>
  </p:sldIdLst>
  <p:sldSz cx="10287000" cy="12858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2dfce1870744073" /><Relationship Type="http://schemas.openxmlformats.org/officeDocument/2006/relationships/slideMaster" Target="/ppt/slideMasters/slideMaster1.xml" Id="R030b0d68d691439f" /><Relationship Type="http://schemas.openxmlformats.org/officeDocument/2006/relationships/notesMaster" Target="/ppt/notesMasters/notesMaster1.xml" Id="R6dab35d5d3004746" /><Relationship Type="http://schemas.openxmlformats.org/officeDocument/2006/relationships/presProps" Target="/ppt/presProps.xml" Id="R457db4e622914a5b" /><Relationship Type="http://schemas.openxmlformats.org/officeDocument/2006/relationships/tableStyles" Target="/ppt/tableStyles.xml" Id="Ra19dfeaafacb4fa7" /><Relationship Type="http://schemas.openxmlformats.org/officeDocument/2006/relationships/slide" Target="/ppt/slides/slide1.xml" Id="Rcef103ce00c04133" /><Relationship Type="http://schemas.openxmlformats.org/officeDocument/2006/relationships/slide" Target="/ppt/slides/slide2.xml" Id="R9ca8e1064360422a" /><Relationship Type="http://schemas.openxmlformats.org/officeDocument/2006/relationships/slide" Target="/ppt/slides/slide3.xml" Id="R493aa044f20942f3" /><Relationship Type="http://schemas.openxmlformats.org/officeDocument/2006/relationships/slide" Target="/ppt/slides/slide4.xml" Id="R35de4b33c1e74265" /><Relationship Type="http://schemas.openxmlformats.org/officeDocument/2006/relationships/slide" Target="/ppt/slides/slide5.xml" Id="R78d928c628074644" /><Relationship Type="http://schemas.openxmlformats.org/officeDocument/2006/relationships/slide" Target="/ppt/slides/slide6.xml" Id="Rbcdcd48c70934d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0ff3db7db341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95a1f33d034645" /><Relationship Type="http://schemas.openxmlformats.org/officeDocument/2006/relationships/notesMaster" Target="/ppt/notesMasters/notesMaster1.xml" Id="Rcb61b294361347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776e913e7442ad" /><Relationship Type="http://schemas.openxmlformats.org/officeDocument/2006/relationships/notesMaster" Target="/ppt/notesMasters/notesMaster1.xml" Id="Re9dc8eaf6249472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075b9aa4fe74070" /><Relationship Type="http://schemas.openxmlformats.org/officeDocument/2006/relationships/notesMaster" Target="/ppt/notesMasters/notesMaster1.xml" Id="Re68761187f15482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37b8e1881774301" /><Relationship Type="http://schemas.openxmlformats.org/officeDocument/2006/relationships/notesMaster" Target="/ppt/notesMasters/notesMaster1.xml" Id="R7dc5b757366f476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46c548e09ce48ab" /><Relationship Type="http://schemas.openxmlformats.org/officeDocument/2006/relationships/notesMaster" Target="/ppt/notesMasters/notesMaster1.xml" Id="Rff1531a5382044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21f30baa95d48c1" /><Relationship Type="http://schemas.openxmlformats.org/officeDocument/2006/relationships/notesMaster" Target="/ppt/notesMasters/notesMaster1.xml" Id="R92c4a7537e8647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a800fd368c457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565c88eb73403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039a0c95234c2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734f664b96416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4d8c3b0d8f484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faa35d4a4349d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EEF633C-F68B-42E8-9D23-7140E2984E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4857750"/>
            <a:ext cx="82296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C076FD4-D980-4BC9-90BE-03569487A06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43050" y="7072313"/>
            <a:ext cx="72009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2BF6DB9-4188-4587-A7F9-20250C7D41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5357813"/>
            <a:ext cx="82296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007B98C-E650-4583-98A9-0D7E241D8A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D5EC2CC-BB32-4CCA-A1C5-8692F00958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9129713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217CBB1-3544-46E2-8872-5693E085EB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1AD1DBA-477E-4A9C-B6B9-DE2FA3AF2B7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4434BF0-D5D9-4086-9A9B-FA6D6F8BC2D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464969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2C9C233-D76D-4F3D-B319-68C4A4C0EB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DA51C0A-29C3-4273-8029-1E054D7881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0cb5b348fe4871" /><Relationship Type="http://schemas.openxmlformats.org/officeDocument/2006/relationships/slideLayout" Target="/ppt/slideLayouts/slideLayout1.xml" Id="Rd496ac14201744c7" /><Relationship Type="http://schemas.openxmlformats.org/officeDocument/2006/relationships/slideLayout" Target="/ppt/slideLayouts/slideLayout2.xml" Id="R828723ee971a42f5" /><Relationship Type="http://schemas.openxmlformats.org/officeDocument/2006/relationships/slideLayout" Target="/ppt/slideLayouts/slideLayout3.xml" Id="R3ee5e7b11fac4ba4" /><Relationship Type="http://schemas.openxmlformats.org/officeDocument/2006/relationships/slideLayout" Target="/ppt/slideLayouts/slideLayout4.xml" Id="Rb7a0e5d2f8a04489" /><Relationship Type="http://schemas.openxmlformats.org/officeDocument/2006/relationships/slideLayout" Target="/ppt/slideLayouts/slideLayout5.xml" Id="R3ac2148455184878" /><Relationship Type="http://schemas.openxmlformats.org/officeDocument/2006/relationships/slideLayout" Target="/ppt/slideLayouts/slideLayout6.xml" Id="R200071d36d8944d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96ac14201744c7"/>
    <p:sldLayoutId xmlns:r="http://schemas.openxmlformats.org/officeDocument/2006/relationships" id="2147483650" r:id="R828723ee971a42f5"/>
    <p:sldLayoutId xmlns:r="http://schemas.openxmlformats.org/officeDocument/2006/relationships" id="2147483651" r:id="R3ee5e7b11fac4ba4"/>
    <p:sldLayoutId xmlns:r="http://schemas.openxmlformats.org/officeDocument/2006/relationships" id="2147483652" r:id="Rb7a0e5d2f8a04489"/>
    <p:sldLayoutId xmlns:r="http://schemas.openxmlformats.org/officeDocument/2006/relationships" id="2147483653" r:id="R3ac2148455184878"/>
    <p:sldLayoutId xmlns:r="http://schemas.openxmlformats.org/officeDocument/2006/relationships" id="2147483654" r:id="R200071d36d8944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af3230fc624368" /><Relationship Type="http://schemas.openxmlformats.org/officeDocument/2006/relationships/notesSlide" Target="/ppt/notesSlides/notesSlide1.xml" Id="R0c8f7aab3a4945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ebdccaff2f4692" /><Relationship Type="http://schemas.openxmlformats.org/officeDocument/2006/relationships/notesSlide" Target="/ppt/notesSlides/notesSlide2.xml" Id="R5d6db0db817747e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1ed8d32550409b" /><Relationship Type="http://schemas.openxmlformats.org/officeDocument/2006/relationships/image" Target="/ppt/media/image.jpeg" Id="R2f71a894e97d4ae9" /><Relationship Type="http://schemas.openxmlformats.org/officeDocument/2006/relationships/notesSlide" Target="/ppt/notesSlides/notesSlide3.xml" Id="R2c07a661ffc34a1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a6f32457524dd1" /><Relationship Type="http://schemas.openxmlformats.org/officeDocument/2006/relationships/image" Target="/ppt/media/image2.jpeg" Id="Rdcb0356e1fb444f4" /><Relationship Type="http://schemas.openxmlformats.org/officeDocument/2006/relationships/notesSlide" Target="/ppt/notesSlides/notesSlide4.xml" Id="R98947d6384e1480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7c726ffee54b91" /><Relationship Type="http://schemas.openxmlformats.org/officeDocument/2006/relationships/notesSlide" Target="/ppt/notesSlides/notesSlide5.xml" Id="R880da4418eb7460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9b6beb2d334a69" /><Relationship Type="http://schemas.openxmlformats.org/officeDocument/2006/relationships/notesSlide" Target="/ppt/notesSlides/notesSlide6.xml" Id="R365149d7845b419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0E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4A1713B-5291-4D75-985F-FFD12BF1F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79A9FF"/>
                </a:solidFill>
              </a:defRPr>
            </a:defPPr>
            <a:lvl1pPr>
              <a:defRPr sz="1275" b="1">
                <a:solidFill>
                  <a:srgbClr val="79A9FF"/>
                </a:solidFill>
              </a:defRPr>
            </a:lvl1pPr>
            <a:lvl2pPr>
              <a:defRPr sz="1275" b="1">
                <a:solidFill>
                  <a:srgbClr val="79A9FF"/>
                </a:solidFill>
              </a:defRPr>
            </a:lvl2pPr>
            <a:lvl3pPr>
              <a:defRPr sz="1275" b="1">
                <a:solidFill>
                  <a:srgbClr val="79A9FF"/>
                </a:solidFill>
              </a:defRPr>
            </a:lvl3pPr>
            <a:lvl4pPr>
              <a:defRPr sz="1275" b="1">
                <a:solidFill>
                  <a:srgbClr val="79A9FF"/>
                </a:solidFill>
              </a:defRPr>
            </a:lvl4pPr>
            <a:lvl5pPr>
              <a:defRPr sz="1275" b="1">
                <a:solidFill>
                  <a:srgbClr val="79A9FF"/>
                </a:solidFill>
              </a:defRPr>
            </a:lvl5pPr>
            <a:lvl6pPr>
              <a:defRPr sz="1275" b="1">
                <a:solidFill>
                  <a:srgbClr val="79A9FF"/>
                </a:solidFill>
              </a:defRPr>
            </a:lvl6pPr>
            <a:lvl7pPr>
              <a:defRPr sz="1275" b="1">
                <a:solidFill>
                  <a:srgbClr val="79A9FF"/>
                </a:solidFill>
              </a:defRPr>
            </a:lvl7pPr>
            <a:lvl8pPr>
              <a:defRPr sz="1275" b="1">
                <a:solidFill>
                  <a:srgbClr val="79A9FF"/>
                </a:solidFill>
              </a:defRPr>
            </a:lvl8pPr>
            <a:lvl9pPr>
              <a:defRPr sz="1275" b="1">
                <a:solidFill>
                  <a:srgbClr val="79A9FF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79A9FF"/>
                </a:solidFill>
              </a:defRPr>
            </a:pPr>
            <a:r>
              <a:rPr sz="1275" b="1">
                <a:solidFill>
                  <a:srgbClr val="79A9FF"/>
                </a:solidFill>
              </a:rPr>
              <a:t>EXPERIMENTAL PORTFOLIO PROJECT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4FD6618-8C58-4DE7-A594-C0ED7FE41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429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9AA7BA"/>
                </a:solidFill>
              </a:defRPr>
            </a:defPPr>
            <a:lvl1pPr>
              <a:defRPr sz="1050" b="0">
                <a:solidFill>
                  <a:srgbClr val="9AA7BA"/>
                </a:solidFill>
              </a:defRPr>
            </a:lvl1pPr>
            <a:lvl2pPr>
              <a:defRPr sz="1050" b="0">
                <a:solidFill>
                  <a:srgbClr val="9AA7BA"/>
                </a:solidFill>
              </a:defRPr>
            </a:lvl2pPr>
            <a:lvl3pPr>
              <a:defRPr sz="1050" b="0">
                <a:solidFill>
                  <a:srgbClr val="9AA7BA"/>
                </a:solidFill>
              </a:defRPr>
            </a:lvl3pPr>
            <a:lvl4pPr>
              <a:defRPr sz="1050" b="0">
                <a:solidFill>
                  <a:srgbClr val="9AA7BA"/>
                </a:solidFill>
              </a:defRPr>
            </a:lvl4pPr>
            <a:lvl5pPr>
              <a:defRPr sz="1050" b="0">
                <a:solidFill>
                  <a:srgbClr val="9AA7BA"/>
                </a:solidFill>
              </a:defRPr>
            </a:lvl5pPr>
            <a:lvl6pPr>
              <a:defRPr sz="1050" b="0">
                <a:solidFill>
                  <a:srgbClr val="9AA7BA"/>
                </a:solidFill>
              </a:defRPr>
            </a:lvl6pPr>
            <a:lvl7pPr>
              <a:defRPr sz="1050" b="0">
                <a:solidFill>
                  <a:srgbClr val="9AA7BA"/>
                </a:solidFill>
              </a:defRPr>
            </a:lvl7pPr>
            <a:lvl8pPr>
              <a:defRPr sz="1050" b="0">
                <a:solidFill>
                  <a:srgbClr val="9AA7BA"/>
                </a:solidFill>
              </a:defRPr>
            </a:lvl8pPr>
            <a:lvl9pPr>
              <a:defRPr sz="1050" b="0">
                <a:solidFill>
                  <a:srgbClr val="9AA7BA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9AA7BA"/>
                </a:solidFill>
              </a:defRPr>
            </a:pPr>
            <a:r>
              <a:rPr sz="1050" b="0">
                <a:solidFill>
                  <a:srgbClr val="9AA7BA"/>
                </a:solidFill>
              </a:rPr>
              <a:t>01 / 06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8EA43B9C-88CC-4C30-9BFF-6FF26C92F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809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850" b="1">
                <a:solidFill>
                  <a:srgbClr val="F2F6FC"/>
                </a:solidFill>
              </a:defRPr>
            </a:defPPr>
            <a:lvl1pPr>
              <a:defRPr sz="5850" b="1">
                <a:solidFill>
                  <a:srgbClr val="F2F6FC"/>
                </a:solidFill>
              </a:defRPr>
            </a:lvl1pPr>
            <a:lvl2pPr>
              <a:defRPr sz="5850" b="1">
                <a:solidFill>
                  <a:srgbClr val="F2F6FC"/>
                </a:solidFill>
              </a:defRPr>
            </a:lvl2pPr>
            <a:lvl3pPr>
              <a:defRPr sz="5850" b="1">
                <a:solidFill>
                  <a:srgbClr val="F2F6FC"/>
                </a:solidFill>
              </a:defRPr>
            </a:lvl3pPr>
            <a:lvl4pPr>
              <a:defRPr sz="5850" b="1">
                <a:solidFill>
                  <a:srgbClr val="F2F6FC"/>
                </a:solidFill>
              </a:defRPr>
            </a:lvl4pPr>
            <a:lvl5pPr>
              <a:defRPr sz="5850" b="1">
                <a:solidFill>
                  <a:srgbClr val="F2F6FC"/>
                </a:solidFill>
              </a:defRPr>
            </a:lvl5pPr>
            <a:lvl6pPr>
              <a:defRPr sz="5850" b="1">
                <a:solidFill>
                  <a:srgbClr val="F2F6FC"/>
                </a:solidFill>
              </a:defRPr>
            </a:lvl6pPr>
            <a:lvl7pPr>
              <a:defRPr sz="5850" b="1">
                <a:solidFill>
                  <a:srgbClr val="F2F6FC"/>
                </a:solidFill>
              </a:defRPr>
            </a:lvl7pPr>
            <a:lvl8pPr>
              <a:defRPr sz="5850" b="1">
                <a:solidFill>
                  <a:srgbClr val="F2F6FC"/>
                </a:solidFill>
              </a:defRPr>
            </a:lvl8pPr>
            <a:lvl9pPr>
              <a:defRPr sz="5850" b="1">
                <a:solidFill>
                  <a:srgbClr val="F2F6FC"/>
                </a:solidFill>
              </a:defRPr>
            </a:lvl9pPr>
          </a:lstStyle>
          <a:p xmlns:a="http://schemas.openxmlformats.org/drawingml/2006/main">
            <a:pPr>
              <a:defRPr sz="5850" b="1">
                <a:solidFill>
                  <a:srgbClr val="F2F6FC"/>
                </a:solidFill>
              </a:defRPr>
            </a:pPr>
            <a:r>
              <a:rPr sz="5850" b="1">
                <a:solidFill>
                  <a:srgbClr val="F2F6FC"/>
                </a:solidFill>
              </a:rPr>
              <a:t>CodeGraph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A942842D-4236-416C-BE8E-F97D9199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8191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79A9FF"/>
                </a:solidFill>
              </a:defRPr>
            </a:defPPr>
            <a:lvl1pPr>
              <a:defRPr sz="3150" b="1">
                <a:solidFill>
                  <a:srgbClr val="79A9FF"/>
                </a:solidFill>
              </a:defRPr>
            </a:lvl1pPr>
            <a:lvl2pPr>
              <a:defRPr sz="3150" b="1">
                <a:solidFill>
                  <a:srgbClr val="79A9FF"/>
                </a:solidFill>
              </a:defRPr>
            </a:lvl2pPr>
            <a:lvl3pPr>
              <a:defRPr sz="3150" b="1">
                <a:solidFill>
                  <a:srgbClr val="79A9FF"/>
                </a:solidFill>
              </a:defRPr>
            </a:lvl3pPr>
            <a:lvl4pPr>
              <a:defRPr sz="3150" b="1">
                <a:solidFill>
                  <a:srgbClr val="79A9FF"/>
                </a:solidFill>
              </a:defRPr>
            </a:lvl4pPr>
            <a:lvl5pPr>
              <a:defRPr sz="3150" b="1">
                <a:solidFill>
                  <a:srgbClr val="79A9FF"/>
                </a:solidFill>
              </a:defRPr>
            </a:lvl5pPr>
            <a:lvl6pPr>
              <a:defRPr sz="3150" b="1">
                <a:solidFill>
                  <a:srgbClr val="79A9FF"/>
                </a:solidFill>
              </a:defRPr>
            </a:lvl6pPr>
            <a:lvl7pPr>
              <a:defRPr sz="3150" b="1">
                <a:solidFill>
                  <a:srgbClr val="79A9FF"/>
                </a:solidFill>
              </a:defRPr>
            </a:lvl7pPr>
            <a:lvl8pPr>
              <a:defRPr sz="3150" b="1">
                <a:solidFill>
                  <a:srgbClr val="79A9FF"/>
                </a:solidFill>
              </a:defRPr>
            </a:lvl8pPr>
            <a:lvl9pPr>
              <a:defRPr sz="3150" b="1">
                <a:solidFill>
                  <a:srgbClr val="79A9FF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79A9FF"/>
                </a:solidFill>
              </a:defRPr>
            </a:pPr>
            <a:r>
              <a:rPr sz="3150" b="1">
                <a:solidFill>
                  <a:srgbClr val="79A9FF"/>
                </a:solidFill>
              </a:rPr>
              <a:t>A graph based multi-agent development workspace</a:t>
            </a:r>
          </a:p>
        </p:txBody>
      </p:sp>
      <p:sp>
        <p:nvSpPr>
          <p:cNvPr id="5" name="body-copy">
            <a:extLst xmlns:a="http://schemas.openxmlformats.org/drawingml/2006/main">
              <a:ext uri="{FF2B5EF4-FFF2-40B4-BE49-F238E27FC236}">
                <a16:creationId xmlns:a16="http://schemas.microsoft.com/office/drawing/2014/main" id="{C087A79C-3648-4037-A5AD-8CA17F8EF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857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9AA7BA"/>
                </a:solidFill>
              </a:defRPr>
            </a:defPPr>
            <a:lvl1pPr>
              <a:defRPr sz="2325" b="0">
                <a:solidFill>
                  <a:srgbClr val="9AA7BA"/>
                </a:solidFill>
              </a:defRPr>
            </a:lvl1pPr>
            <a:lvl2pPr>
              <a:defRPr sz="2325" b="0">
                <a:solidFill>
                  <a:srgbClr val="9AA7BA"/>
                </a:solidFill>
              </a:defRPr>
            </a:lvl2pPr>
            <a:lvl3pPr>
              <a:defRPr sz="2325" b="0">
                <a:solidFill>
                  <a:srgbClr val="9AA7BA"/>
                </a:solidFill>
              </a:defRPr>
            </a:lvl3pPr>
            <a:lvl4pPr>
              <a:defRPr sz="2325" b="0">
                <a:solidFill>
                  <a:srgbClr val="9AA7BA"/>
                </a:solidFill>
              </a:defRPr>
            </a:lvl4pPr>
            <a:lvl5pPr>
              <a:defRPr sz="2325" b="0">
                <a:solidFill>
                  <a:srgbClr val="9AA7BA"/>
                </a:solidFill>
              </a:defRPr>
            </a:lvl5pPr>
            <a:lvl6pPr>
              <a:defRPr sz="2325" b="0">
                <a:solidFill>
                  <a:srgbClr val="9AA7BA"/>
                </a:solidFill>
              </a:defRPr>
            </a:lvl6pPr>
            <a:lvl7pPr>
              <a:defRPr sz="2325" b="0">
                <a:solidFill>
                  <a:srgbClr val="9AA7BA"/>
                </a:solidFill>
              </a:defRPr>
            </a:lvl7pPr>
            <a:lvl8pPr>
              <a:defRPr sz="2325" b="0">
                <a:solidFill>
                  <a:srgbClr val="9AA7BA"/>
                </a:solidFill>
              </a:defRPr>
            </a:lvl8pPr>
            <a:lvl9pPr>
              <a:defRPr sz="2325" b="0">
                <a:solidFill>
                  <a:srgbClr val="9AA7BA"/>
                </a:solidFill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9AA7BA"/>
                </a:solidFill>
              </a:defRPr>
            </a:pPr>
            <a:r>
              <a:rPr sz="2325" b="0">
                <a:solidFill>
                  <a:srgbClr val="9AA7BA"/>
                </a:solidFill>
              </a:rPr>
              <a:t>A working local experiment that maps application modules, agent roles, file ownership, and validation evidence.</a:t>
            </a:r>
          </a:p>
        </p:txBody>
      </p:sp>
      <p:sp>
        <p:nvSpPr>
          <p:cNvPr id="6" name="disclosure">
            <a:extLst xmlns:a="http://schemas.openxmlformats.org/drawingml/2006/main">
              <a:ext uri="{FF2B5EF4-FFF2-40B4-BE49-F238E27FC236}">
                <a16:creationId xmlns:a16="http://schemas.microsoft.com/office/drawing/2014/main" id="{7C012B78-7229-43D0-833E-B105EB42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9650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72E2AD"/>
                </a:solidFill>
              </a:defRPr>
            </a:defPPr>
            <a:lvl1pPr>
              <a:defRPr sz="1800" b="1">
                <a:solidFill>
                  <a:srgbClr val="72E2AD"/>
                </a:solidFill>
              </a:defRPr>
            </a:lvl1pPr>
            <a:lvl2pPr>
              <a:defRPr sz="1800" b="1">
                <a:solidFill>
                  <a:srgbClr val="72E2AD"/>
                </a:solidFill>
              </a:defRPr>
            </a:lvl2pPr>
            <a:lvl3pPr>
              <a:defRPr sz="1800" b="1">
                <a:solidFill>
                  <a:srgbClr val="72E2AD"/>
                </a:solidFill>
              </a:defRPr>
            </a:lvl3pPr>
            <a:lvl4pPr>
              <a:defRPr sz="1800" b="1">
                <a:solidFill>
                  <a:srgbClr val="72E2AD"/>
                </a:solidFill>
              </a:defRPr>
            </a:lvl4pPr>
            <a:lvl5pPr>
              <a:defRPr sz="1800" b="1">
                <a:solidFill>
                  <a:srgbClr val="72E2AD"/>
                </a:solidFill>
              </a:defRPr>
            </a:lvl5pPr>
            <a:lvl6pPr>
              <a:defRPr sz="1800" b="1">
                <a:solidFill>
                  <a:srgbClr val="72E2AD"/>
                </a:solidFill>
              </a:defRPr>
            </a:lvl6pPr>
            <a:lvl7pPr>
              <a:defRPr sz="1800" b="1">
                <a:solidFill>
                  <a:srgbClr val="72E2AD"/>
                </a:solidFill>
              </a:defRPr>
            </a:lvl7pPr>
            <a:lvl8pPr>
              <a:defRPr sz="1800" b="1">
                <a:solidFill>
                  <a:srgbClr val="72E2AD"/>
                </a:solidFill>
              </a:defRPr>
            </a:lvl8pPr>
            <a:lvl9pPr>
              <a:defRPr sz="1800" b="1">
                <a:solidFill>
                  <a:srgbClr val="72E2AD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72E2AD"/>
                </a:solidFill>
              </a:defRPr>
            </a:pPr>
            <a:r>
              <a:rPr sz="1800" b="1">
                <a:solidFill>
                  <a:srgbClr val="72E2AD"/>
                </a:solidFill>
              </a:rPr>
              <a:t>Built to explore the idea, not to claim general autonomous development.</a:t>
            </a:r>
          </a:p>
        </p:txBody>
      </p:sp>
    </p:spTree>
    <p:extLst>
      <p:ext uri="{BB962C8B-B14F-4D97-AF65-F5344CB8AC3E}">
        <p14:creationId xmlns:p14="http://schemas.microsoft.com/office/powerpoint/2010/main" val="1631812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A0E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3893B658-DCF5-4965-80F5-4EFD31EF4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79A9FF"/>
                </a:solidFill>
              </a:defRPr>
            </a:defPPr>
            <a:lvl1pPr>
              <a:defRPr sz="1275" b="1">
                <a:solidFill>
                  <a:srgbClr val="79A9FF"/>
                </a:solidFill>
              </a:defRPr>
            </a:lvl1pPr>
            <a:lvl2pPr>
              <a:defRPr sz="1275" b="1">
                <a:solidFill>
                  <a:srgbClr val="79A9FF"/>
                </a:solidFill>
              </a:defRPr>
            </a:lvl2pPr>
            <a:lvl3pPr>
              <a:defRPr sz="1275" b="1">
                <a:solidFill>
                  <a:srgbClr val="79A9FF"/>
                </a:solidFill>
              </a:defRPr>
            </a:lvl3pPr>
            <a:lvl4pPr>
              <a:defRPr sz="1275" b="1">
                <a:solidFill>
                  <a:srgbClr val="79A9FF"/>
                </a:solidFill>
              </a:defRPr>
            </a:lvl4pPr>
            <a:lvl5pPr>
              <a:defRPr sz="1275" b="1">
                <a:solidFill>
                  <a:srgbClr val="79A9FF"/>
                </a:solidFill>
              </a:defRPr>
            </a:lvl5pPr>
            <a:lvl6pPr>
              <a:defRPr sz="1275" b="1">
                <a:solidFill>
                  <a:srgbClr val="79A9FF"/>
                </a:solidFill>
              </a:defRPr>
            </a:lvl6pPr>
            <a:lvl7pPr>
              <a:defRPr sz="1275" b="1">
                <a:solidFill>
                  <a:srgbClr val="79A9FF"/>
                </a:solidFill>
              </a:defRPr>
            </a:lvl7pPr>
            <a:lvl8pPr>
              <a:defRPr sz="1275" b="1">
                <a:solidFill>
                  <a:srgbClr val="79A9FF"/>
                </a:solidFill>
              </a:defRPr>
            </a:lvl8pPr>
            <a:lvl9pPr>
              <a:defRPr sz="1275" b="1">
                <a:solidFill>
                  <a:srgbClr val="79A9FF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79A9FF"/>
                </a:solidFill>
              </a:defRPr>
            </a:pPr>
            <a:r>
              <a:rPr sz="1275" b="1">
                <a:solidFill>
                  <a:srgbClr val="79A9FF"/>
                </a:solidFill>
              </a:rPr>
              <a:t>THE IDEA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4F7335B-8730-43BB-B2D4-9D8149AC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429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9AA7BA"/>
                </a:solidFill>
              </a:defRPr>
            </a:defPPr>
            <a:lvl1pPr>
              <a:defRPr sz="1050" b="0">
                <a:solidFill>
                  <a:srgbClr val="9AA7BA"/>
                </a:solidFill>
              </a:defRPr>
            </a:lvl1pPr>
            <a:lvl2pPr>
              <a:defRPr sz="1050" b="0">
                <a:solidFill>
                  <a:srgbClr val="9AA7BA"/>
                </a:solidFill>
              </a:defRPr>
            </a:lvl2pPr>
            <a:lvl3pPr>
              <a:defRPr sz="1050" b="0">
                <a:solidFill>
                  <a:srgbClr val="9AA7BA"/>
                </a:solidFill>
              </a:defRPr>
            </a:lvl3pPr>
            <a:lvl4pPr>
              <a:defRPr sz="1050" b="0">
                <a:solidFill>
                  <a:srgbClr val="9AA7BA"/>
                </a:solidFill>
              </a:defRPr>
            </a:lvl4pPr>
            <a:lvl5pPr>
              <a:defRPr sz="1050" b="0">
                <a:solidFill>
                  <a:srgbClr val="9AA7BA"/>
                </a:solidFill>
              </a:defRPr>
            </a:lvl5pPr>
            <a:lvl6pPr>
              <a:defRPr sz="1050" b="0">
                <a:solidFill>
                  <a:srgbClr val="9AA7BA"/>
                </a:solidFill>
              </a:defRPr>
            </a:lvl6pPr>
            <a:lvl7pPr>
              <a:defRPr sz="1050" b="0">
                <a:solidFill>
                  <a:srgbClr val="9AA7BA"/>
                </a:solidFill>
              </a:defRPr>
            </a:lvl7pPr>
            <a:lvl8pPr>
              <a:defRPr sz="1050" b="0">
                <a:solidFill>
                  <a:srgbClr val="9AA7BA"/>
                </a:solidFill>
              </a:defRPr>
            </a:lvl8pPr>
            <a:lvl9pPr>
              <a:defRPr sz="1050" b="0">
                <a:solidFill>
                  <a:srgbClr val="9AA7BA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9AA7BA"/>
                </a:solidFill>
              </a:defRPr>
            </a:pPr>
            <a:r>
              <a:rPr sz="1050" b="0">
                <a:solidFill>
                  <a:srgbClr val="9AA7BA"/>
                </a:solidFill>
              </a:rPr>
              <a:t>02 / 06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59DD1E6-E526-4F2B-8987-3AA0CBDC4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8953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F2F6FC"/>
                </a:solidFill>
              </a:defRPr>
            </a:defPPr>
            <a:lvl1pPr>
              <a:defRPr sz="3900" b="1">
                <a:solidFill>
                  <a:srgbClr val="F2F6FC"/>
                </a:solidFill>
              </a:defRPr>
            </a:lvl1pPr>
            <a:lvl2pPr>
              <a:defRPr sz="3900" b="1">
                <a:solidFill>
                  <a:srgbClr val="F2F6FC"/>
                </a:solidFill>
              </a:defRPr>
            </a:lvl2pPr>
            <a:lvl3pPr>
              <a:defRPr sz="3900" b="1">
                <a:solidFill>
                  <a:srgbClr val="F2F6FC"/>
                </a:solidFill>
              </a:defRPr>
            </a:lvl3pPr>
            <a:lvl4pPr>
              <a:defRPr sz="3900" b="1">
                <a:solidFill>
                  <a:srgbClr val="F2F6FC"/>
                </a:solidFill>
              </a:defRPr>
            </a:lvl4pPr>
            <a:lvl5pPr>
              <a:defRPr sz="3900" b="1">
                <a:solidFill>
                  <a:srgbClr val="F2F6FC"/>
                </a:solidFill>
              </a:defRPr>
            </a:lvl5pPr>
            <a:lvl6pPr>
              <a:defRPr sz="3900" b="1">
                <a:solidFill>
                  <a:srgbClr val="F2F6FC"/>
                </a:solidFill>
              </a:defRPr>
            </a:lvl6pPr>
            <a:lvl7pPr>
              <a:defRPr sz="3900" b="1">
                <a:solidFill>
                  <a:srgbClr val="F2F6FC"/>
                </a:solidFill>
              </a:defRPr>
            </a:lvl7pPr>
            <a:lvl8pPr>
              <a:defRPr sz="3900" b="1">
                <a:solidFill>
                  <a:srgbClr val="F2F6FC"/>
                </a:solidFill>
              </a:defRPr>
            </a:lvl8pPr>
            <a:lvl9pPr>
              <a:defRPr sz="3900" b="1">
                <a:solidFill>
                  <a:srgbClr val="F2F6FC"/>
                </a:solidFill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F2F6FC"/>
                </a:solidFill>
              </a:defRPr>
            </a:pPr>
            <a:r>
              <a:rPr sz="3900" b="1">
                <a:solidFill>
                  <a:srgbClr val="F2F6FC"/>
                </a:solidFill>
              </a:rPr>
              <a:t>Software work has structure. The agent workflow should show it.</a:t>
            </a:r>
          </a:p>
        </p:txBody>
      </p:sp>
      <p:sp>
        <p:nvSpPr>
          <p:cNvPr id="4" name="body-copy">
            <a:extLst xmlns:a="http://schemas.openxmlformats.org/drawingml/2006/main">
              <a:ext uri="{FF2B5EF4-FFF2-40B4-BE49-F238E27FC236}">
                <a16:creationId xmlns:a16="http://schemas.microsoft.com/office/drawing/2014/main" id="{8ED6E999-B66D-4F53-9ADE-B4707B67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857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9AA7BA"/>
                </a:solidFill>
              </a:defRPr>
            </a:defPPr>
            <a:lvl1pPr>
              <a:defRPr sz="2325" b="0">
                <a:solidFill>
                  <a:srgbClr val="9AA7BA"/>
                </a:solidFill>
              </a:defRPr>
            </a:lvl1pPr>
            <a:lvl2pPr>
              <a:defRPr sz="2325" b="0">
                <a:solidFill>
                  <a:srgbClr val="9AA7BA"/>
                </a:solidFill>
              </a:defRPr>
            </a:lvl2pPr>
            <a:lvl3pPr>
              <a:defRPr sz="2325" b="0">
                <a:solidFill>
                  <a:srgbClr val="9AA7BA"/>
                </a:solidFill>
              </a:defRPr>
            </a:lvl3pPr>
            <a:lvl4pPr>
              <a:defRPr sz="2325" b="0">
                <a:solidFill>
                  <a:srgbClr val="9AA7BA"/>
                </a:solidFill>
              </a:defRPr>
            </a:lvl4pPr>
            <a:lvl5pPr>
              <a:defRPr sz="2325" b="0">
                <a:solidFill>
                  <a:srgbClr val="9AA7BA"/>
                </a:solidFill>
              </a:defRPr>
            </a:lvl5pPr>
            <a:lvl6pPr>
              <a:defRPr sz="2325" b="0">
                <a:solidFill>
                  <a:srgbClr val="9AA7BA"/>
                </a:solidFill>
              </a:defRPr>
            </a:lvl6pPr>
            <a:lvl7pPr>
              <a:defRPr sz="2325" b="0">
                <a:solidFill>
                  <a:srgbClr val="9AA7BA"/>
                </a:solidFill>
              </a:defRPr>
            </a:lvl7pPr>
            <a:lvl8pPr>
              <a:defRPr sz="2325" b="0">
                <a:solidFill>
                  <a:srgbClr val="9AA7BA"/>
                </a:solidFill>
              </a:defRPr>
            </a:lvl8pPr>
            <a:lvl9pPr>
              <a:defRPr sz="2325" b="0">
                <a:solidFill>
                  <a:srgbClr val="9AA7BA"/>
                </a:solidFill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9AA7BA"/>
                </a:solidFill>
              </a:defRPr>
            </a:pPr>
            <a:r>
              <a:rPr sz="2325" b="0">
                <a:solidFill>
                  <a:srgbClr val="9AA7BA"/>
                </a:solidFill>
              </a:rPr>
              <a:t>A request becomes connected modules with clear dependencies. Each module gets an owner, focused tasks, and visible checks.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C5916A3-3F1B-4868-BFB2-242C4457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71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AE8CFF"/>
                </a:solidFill>
              </a:defRPr>
            </a:defPPr>
            <a:lvl1pPr>
              <a:defRPr sz="1275" b="1">
                <a:solidFill>
                  <a:srgbClr val="AE8CFF"/>
                </a:solidFill>
              </a:defRPr>
            </a:lvl1pPr>
            <a:lvl2pPr>
              <a:defRPr sz="1275" b="1">
                <a:solidFill>
                  <a:srgbClr val="AE8CFF"/>
                </a:solidFill>
              </a:defRPr>
            </a:lvl2pPr>
            <a:lvl3pPr>
              <a:defRPr sz="1275" b="1">
                <a:solidFill>
                  <a:srgbClr val="AE8CFF"/>
                </a:solidFill>
              </a:defRPr>
            </a:lvl3pPr>
            <a:lvl4pPr>
              <a:defRPr sz="1275" b="1">
                <a:solidFill>
                  <a:srgbClr val="AE8CFF"/>
                </a:solidFill>
              </a:defRPr>
            </a:lvl4pPr>
            <a:lvl5pPr>
              <a:defRPr sz="1275" b="1">
                <a:solidFill>
                  <a:srgbClr val="AE8CFF"/>
                </a:solidFill>
              </a:defRPr>
            </a:lvl5pPr>
            <a:lvl6pPr>
              <a:defRPr sz="1275" b="1">
                <a:solidFill>
                  <a:srgbClr val="AE8CFF"/>
                </a:solidFill>
              </a:defRPr>
            </a:lvl6pPr>
            <a:lvl7pPr>
              <a:defRPr sz="1275" b="1">
                <a:solidFill>
                  <a:srgbClr val="AE8CFF"/>
                </a:solidFill>
              </a:defRPr>
            </a:lvl7pPr>
            <a:lvl8pPr>
              <a:defRPr sz="1275" b="1">
                <a:solidFill>
                  <a:srgbClr val="AE8CFF"/>
                </a:solidFill>
              </a:defRPr>
            </a:lvl8pPr>
            <a:lvl9pPr>
              <a:defRPr sz="1275" b="1">
                <a:solidFill>
                  <a:srgbClr val="AE8CFF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AE8CFF"/>
                </a:solidFill>
              </a:defRPr>
            </a:pPr>
            <a:r>
              <a:rPr sz="1275" b="1">
                <a:solidFill>
                  <a:srgbClr val="AE8CFF"/>
                </a:solidFill>
              </a:rPr>
              <a:t>PROJECT REQUEST</a:t>
            </a:r>
          </a:p>
        </p:txBody>
      </p:sp>
      <p:sp>
        <p:nvSpPr>
          <p:cNvPr id="6" name="concept-list">
            <a:extLst xmlns:a="http://schemas.openxmlformats.org/drawingml/2006/main">
              <a:ext uri="{FF2B5EF4-FFF2-40B4-BE49-F238E27FC236}">
                <a16:creationId xmlns:a16="http://schemas.microsoft.com/office/drawing/2014/main" id="{64ECDE18-A6CD-43D7-842A-023A91B0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429625"/>
            <a:ext cx="7810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F2F6FC"/>
                </a:solidFill>
              </a:defRPr>
            </a:defPPr>
            <a:lvl1pPr>
              <a:defRPr sz="2850" b="1">
                <a:solidFill>
                  <a:srgbClr val="F2F6FC"/>
                </a:solidFill>
              </a:defRPr>
            </a:lvl1pPr>
            <a:lvl2pPr>
              <a:defRPr sz="2850" b="1">
                <a:solidFill>
                  <a:srgbClr val="F2F6FC"/>
                </a:solidFill>
              </a:defRPr>
            </a:lvl2pPr>
            <a:lvl3pPr>
              <a:defRPr sz="2850" b="1">
                <a:solidFill>
                  <a:srgbClr val="F2F6FC"/>
                </a:solidFill>
              </a:defRPr>
            </a:lvl3pPr>
            <a:lvl4pPr>
              <a:defRPr sz="2850" b="1">
                <a:solidFill>
                  <a:srgbClr val="F2F6FC"/>
                </a:solidFill>
              </a:defRPr>
            </a:lvl4pPr>
            <a:lvl5pPr>
              <a:defRPr sz="2850" b="1">
                <a:solidFill>
                  <a:srgbClr val="F2F6FC"/>
                </a:solidFill>
              </a:defRPr>
            </a:lvl5pPr>
            <a:lvl6pPr>
              <a:defRPr sz="2850" b="1">
                <a:solidFill>
                  <a:srgbClr val="F2F6FC"/>
                </a:solidFill>
              </a:defRPr>
            </a:lvl6pPr>
            <a:lvl7pPr>
              <a:defRPr sz="2850" b="1">
                <a:solidFill>
                  <a:srgbClr val="F2F6FC"/>
                </a:solidFill>
              </a:defRPr>
            </a:lvl7pPr>
            <a:lvl8pPr>
              <a:defRPr sz="2850" b="1">
                <a:solidFill>
                  <a:srgbClr val="F2F6FC"/>
                </a:solidFill>
              </a:defRPr>
            </a:lvl8pPr>
            <a:lvl9pPr>
              <a:defRPr sz="2850" b="1">
                <a:solidFill>
                  <a:srgbClr val="F2F6FC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2F6FC"/>
                </a:solidFill>
              </a:defRPr>
            </a:pPr>
            <a:r>
              <a:rPr sz="2850" b="1">
                <a:solidFill>
                  <a:srgbClr val="F2F6FC"/>
                </a:solidFill>
              </a:rPr>
              <a:t>Module graph</a:t>
            </a:r>
          </a:p>
          <a:p xmlns:a="http://schemas.openxmlformats.org/drawingml/2006/main">
            <a:pPr>
              <a:defRPr sz="2850" b="1">
                <a:solidFill>
                  <a:srgbClr val="F2F6FC"/>
                </a:solidFill>
              </a:defRPr>
            </a:pPr>
            <a:r>
              <a:rPr sz="2850" b="1">
                <a:solidFill>
                  <a:srgbClr val="F2F6FC"/>
                </a:solidFill>
              </a:rPr>
              <a:t>Agent graph</a:t>
            </a:r>
          </a:p>
          <a:p xmlns:a="http://schemas.openxmlformats.org/drawingml/2006/main">
            <a:pPr>
              <a:defRPr sz="2850" b="1">
                <a:solidFill>
                  <a:srgbClr val="F2F6FC"/>
                </a:solidFill>
              </a:defRPr>
            </a:pPr>
            <a:r>
              <a:rPr sz="2850" b="1">
                <a:solidFill>
                  <a:srgbClr val="F2F6FC"/>
                </a:solidFill>
              </a:rPr>
              <a:t>Shared memory</a:t>
            </a:r>
          </a:p>
          <a:p xmlns:a="http://schemas.openxmlformats.org/drawingml/2006/main">
            <a:pPr>
              <a:defRPr sz="2850" b="1">
                <a:solidFill>
                  <a:srgbClr val="F2F6FC"/>
                </a:solidFill>
              </a:defRPr>
            </a:pPr>
            <a:r>
              <a:rPr sz="2850" b="1">
                <a:solidFill>
                  <a:srgbClr val="F2F6FC"/>
                </a:solidFill>
              </a:rPr>
              <a:t>Validation history</a:t>
            </a:r>
          </a:p>
        </p:txBody>
      </p:sp>
    </p:spTree>
    <p:extLst>
      <p:ext uri="{BB962C8B-B14F-4D97-AF65-F5344CB8AC3E}">
        <p14:creationId xmlns:p14="http://schemas.microsoft.com/office/powerpoint/2010/main" val="2828791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A0E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F67B57D-FBDC-45F7-8936-97A6B871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79A9FF"/>
                </a:solidFill>
              </a:defRPr>
            </a:defPPr>
            <a:lvl1pPr>
              <a:defRPr sz="1275" b="1">
                <a:solidFill>
                  <a:srgbClr val="79A9FF"/>
                </a:solidFill>
              </a:defRPr>
            </a:lvl1pPr>
            <a:lvl2pPr>
              <a:defRPr sz="1275" b="1">
                <a:solidFill>
                  <a:srgbClr val="79A9FF"/>
                </a:solidFill>
              </a:defRPr>
            </a:lvl2pPr>
            <a:lvl3pPr>
              <a:defRPr sz="1275" b="1">
                <a:solidFill>
                  <a:srgbClr val="79A9FF"/>
                </a:solidFill>
              </a:defRPr>
            </a:lvl3pPr>
            <a:lvl4pPr>
              <a:defRPr sz="1275" b="1">
                <a:solidFill>
                  <a:srgbClr val="79A9FF"/>
                </a:solidFill>
              </a:defRPr>
            </a:lvl4pPr>
            <a:lvl5pPr>
              <a:defRPr sz="1275" b="1">
                <a:solidFill>
                  <a:srgbClr val="79A9FF"/>
                </a:solidFill>
              </a:defRPr>
            </a:lvl5pPr>
            <a:lvl6pPr>
              <a:defRPr sz="1275" b="1">
                <a:solidFill>
                  <a:srgbClr val="79A9FF"/>
                </a:solidFill>
              </a:defRPr>
            </a:lvl6pPr>
            <a:lvl7pPr>
              <a:defRPr sz="1275" b="1">
                <a:solidFill>
                  <a:srgbClr val="79A9FF"/>
                </a:solidFill>
              </a:defRPr>
            </a:lvl7pPr>
            <a:lvl8pPr>
              <a:defRPr sz="1275" b="1">
                <a:solidFill>
                  <a:srgbClr val="79A9FF"/>
                </a:solidFill>
              </a:defRPr>
            </a:lvl8pPr>
            <a:lvl9pPr>
              <a:defRPr sz="1275" b="1">
                <a:solidFill>
                  <a:srgbClr val="79A9FF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79A9FF"/>
                </a:solidFill>
              </a:defRPr>
            </a:pPr>
            <a:r>
              <a:rPr sz="1275" b="1">
                <a:solidFill>
                  <a:srgbClr val="79A9FF"/>
                </a:solidFill>
              </a:rPr>
              <a:t>MODULE VIEW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F55666A-1FC5-4759-B301-96620FC9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429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9AA7BA"/>
                </a:solidFill>
              </a:defRPr>
            </a:defPPr>
            <a:lvl1pPr>
              <a:defRPr sz="1050" b="0">
                <a:solidFill>
                  <a:srgbClr val="9AA7BA"/>
                </a:solidFill>
              </a:defRPr>
            </a:lvl1pPr>
            <a:lvl2pPr>
              <a:defRPr sz="1050" b="0">
                <a:solidFill>
                  <a:srgbClr val="9AA7BA"/>
                </a:solidFill>
              </a:defRPr>
            </a:lvl2pPr>
            <a:lvl3pPr>
              <a:defRPr sz="1050" b="0">
                <a:solidFill>
                  <a:srgbClr val="9AA7BA"/>
                </a:solidFill>
              </a:defRPr>
            </a:lvl3pPr>
            <a:lvl4pPr>
              <a:defRPr sz="1050" b="0">
                <a:solidFill>
                  <a:srgbClr val="9AA7BA"/>
                </a:solidFill>
              </a:defRPr>
            </a:lvl4pPr>
            <a:lvl5pPr>
              <a:defRPr sz="1050" b="0">
                <a:solidFill>
                  <a:srgbClr val="9AA7BA"/>
                </a:solidFill>
              </a:defRPr>
            </a:lvl5pPr>
            <a:lvl6pPr>
              <a:defRPr sz="1050" b="0">
                <a:solidFill>
                  <a:srgbClr val="9AA7BA"/>
                </a:solidFill>
              </a:defRPr>
            </a:lvl6pPr>
            <a:lvl7pPr>
              <a:defRPr sz="1050" b="0">
                <a:solidFill>
                  <a:srgbClr val="9AA7BA"/>
                </a:solidFill>
              </a:defRPr>
            </a:lvl7pPr>
            <a:lvl8pPr>
              <a:defRPr sz="1050" b="0">
                <a:solidFill>
                  <a:srgbClr val="9AA7BA"/>
                </a:solidFill>
              </a:defRPr>
            </a:lvl8pPr>
            <a:lvl9pPr>
              <a:defRPr sz="1050" b="0">
                <a:solidFill>
                  <a:srgbClr val="9AA7BA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9AA7BA"/>
                </a:solidFill>
              </a:defRPr>
            </a:pPr>
            <a:r>
              <a:rPr sz="1050" b="0">
                <a:solidFill>
                  <a:srgbClr val="9AA7BA"/>
                </a:solidFill>
              </a:rPr>
              <a:t>03 / 06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0CE7CD0-D28F-4D8A-8612-676F7FA5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8953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F2F6FC"/>
                </a:solidFill>
              </a:defRPr>
            </a:defPPr>
            <a:lvl1pPr>
              <a:defRPr sz="3675" b="1">
                <a:solidFill>
                  <a:srgbClr val="F2F6FC"/>
                </a:solidFill>
              </a:defRPr>
            </a:lvl1pPr>
            <a:lvl2pPr>
              <a:defRPr sz="3675" b="1">
                <a:solidFill>
                  <a:srgbClr val="F2F6FC"/>
                </a:solidFill>
              </a:defRPr>
            </a:lvl2pPr>
            <a:lvl3pPr>
              <a:defRPr sz="3675" b="1">
                <a:solidFill>
                  <a:srgbClr val="F2F6FC"/>
                </a:solidFill>
              </a:defRPr>
            </a:lvl3pPr>
            <a:lvl4pPr>
              <a:defRPr sz="3675" b="1">
                <a:solidFill>
                  <a:srgbClr val="F2F6FC"/>
                </a:solidFill>
              </a:defRPr>
            </a:lvl4pPr>
            <a:lvl5pPr>
              <a:defRPr sz="3675" b="1">
                <a:solidFill>
                  <a:srgbClr val="F2F6FC"/>
                </a:solidFill>
              </a:defRPr>
            </a:lvl5pPr>
            <a:lvl6pPr>
              <a:defRPr sz="3675" b="1">
                <a:solidFill>
                  <a:srgbClr val="F2F6FC"/>
                </a:solidFill>
              </a:defRPr>
            </a:lvl6pPr>
            <a:lvl7pPr>
              <a:defRPr sz="3675" b="1">
                <a:solidFill>
                  <a:srgbClr val="F2F6FC"/>
                </a:solidFill>
              </a:defRPr>
            </a:lvl7pPr>
            <a:lvl8pPr>
              <a:defRPr sz="3675" b="1">
                <a:solidFill>
                  <a:srgbClr val="F2F6FC"/>
                </a:solidFill>
              </a:defRPr>
            </a:lvl8pPr>
            <a:lvl9pPr>
              <a:defRPr sz="3675" b="1">
                <a:solidFill>
                  <a:srgbClr val="F2F6FC"/>
                </a:solidFill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F2F6FC"/>
                </a:solidFill>
              </a:defRPr>
            </a:pPr>
            <a:r>
              <a:rPr sz="3675" b="1">
                <a:solidFill>
                  <a:srgbClr val="F2F6FC"/>
                </a:solidFill>
              </a:rPr>
              <a:t>The application becomes a living dependency map</a:t>
            </a:r>
          </a:p>
        </p:txBody>
      </p:sp>
      <p:sp>
        <p:nvSpPr>
          <p:cNvPr id="4" name="body-copy">
            <a:extLst xmlns:a="http://schemas.openxmlformats.org/drawingml/2006/main">
              <a:ext uri="{FF2B5EF4-FFF2-40B4-BE49-F238E27FC236}">
                <a16:creationId xmlns:a16="http://schemas.microsoft.com/office/drawing/2014/main" id="{1E940B28-076A-4528-B635-0EC92C8D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9AA7BA"/>
                </a:solidFill>
              </a:defRPr>
            </a:defPPr>
            <a:lvl1pPr>
              <a:defRPr sz="2025" b="0">
                <a:solidFill>
                  <a:srgbClr val="9AA7BA"/>
                </a:solidFill>
              </a:defRPr>
            </a:lvl1pPr>
            <a:lvl2pPr>
              <a:defRPr sz="2025" b="0">
                <a:solidFill>
                  <a:srgbClr val="9AA7BA"/>
                </a:solidFill>
              </a:defRPr>
            </a:lvl2pPr>
            <a:lvl3pPr>
              <a:defRPr sz="2025" b="0">
                <a:solidFill>
                  <a:srgbClr val="9AA7BA"/>
                </a:solidFill>
              </a:defRPr>
            </a:lvl3pPr>
            <a:lvl4pPr>
              <a:defRPr sz="2025" b="0">
                <a:solidFill>
                  <a:srgbClr val="9AA7BA"/>
                </a:solidFill>
              </a:defRPr>
            </a:lvl4pPr>
            <a:lvl5pPr>
              <a:defRPr sz="2025" b="0">
                <a:solidFill>
                  <a:srgbClr val="9AA7BA"/>
                </a:solidFill>
              </a:defRPr>
            </a:lvl5pPr>
            <a:lvl6pPr>
              <a:defRPr sz="2025" b="0">
                <a:solidFill>
                  <a:srgbClr val="9AA7BA"/>
                </a:solidFill>
              </a:defRPr>
            </a:lvl6pPr>
            <a:lvl7pPr>
              <a:defRPr sz="2025" b="0">
                <a:solidFill>
                  <a:srgbClr val="9AA7BA"/>
                </a:solidFill>
              </a:defRPr>
            </a:lvl7pPr>
            <a:lvl8pPr>
              <a:defRPr sz="2025" b="0">
                <a:solidFill>
                  <a:srgbClr val="9AA7BA"/>
                </a:solidFill>
              </a:defRPr>
            </a:lvl8pPr>
            <a:lvl9pPr>
              <a:defRPr sz="2025" b="0">
                <a:solidFill>
                  <a:srgbClr val="9AA7BA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9AA7BA"/>
                </a:solidFill>
              </a:defRPr>
            </a:pPr>
            <a:r>
              <a:rPr sz="2025" b="0">
                <a:solidFill>
                  <a:srgbClr val="9AA7BA"/>
                </a:solidFill>
              </a:rPr>
              <a:t>Modules show ownership, status, and how data moves through the project.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637A4E-E4F4-4ACE-8E31-3499135EF9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71a894e97d4ae9"/>
          <a:srcRect xmlns:a="http://schemas.openxmlformats.org/drawingml/2006/main" l="9302" t="0" r="93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4524375"/>
            <a:ext cx="8953500" cy="6191250"/>
          </a:xfrm>
          <a:prstGeom xmlns:a="http://schemas.openxmlformats.org/drawingml/2006/main" prst="roundRect">
            <a:avLst>
              <a:gd name="adj" fmla="val 1846"/>
            </a:avLst>
          </a:prstGeom>
        </p:spPr>
      </p:pic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3EAAE98-99A5-4F66-8D0F-A66050DC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144250"/>
            <a:ext cx="876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72E2AD"/>
                </a:solidFill>
              </a:defRPr>
            </a:defPPr>
            <a:lvl1pPr>
              <a:defRPr sz="1725" b="1">
                <a:solidFill>
                  <a:srgbClr val="72E2AD"/>
                </a:solidFill>
              </a:defRPr>
            </a:lvl1pPr>
            <a:lvl2pPr>
              <a:defRPr sz="1725" b="1">
                <a:solidFill>
                  <a:srgbClr val="72E2AD"/>
                </a:solidFill>
              </a:defRPr>
            </a:lvl2pPr>
            <a:lvl3pPr>
              <a:defRPr sz="1725" b="1">
                <a:solidFill>
                  <a:srgbClr val="72E2AD"/>
                </a:solidFill>
              </a:defRPr>
            </a:lvl3pPr>
            <a:lvl4pPr>
              <a:defRPr sz="1725" b="1">
                <a:solidFill>
                  <a:srgbClr val="72E2AD"/>
                </a:solidFill>
              </a:defRPr>
            </a:lvl4pPr>
            <a:lvl5pPr>
              <a:defRPr sz="1725" b="1">
                <a:solidFill>
                  <a:srgbClr val="72E2AD"/>
                </a:solidFill>
              </a:defRPr>
            </a:lvl5pPr>
            <a:lvl6pPr>
              <a:defRPr sz="1725" b="1">
                <a:solidFill>
                  <a:srgbClr val="72E2AD"/>
                </a:solidFill>
              </a:defRPr>
            </a:lvl6pPr>
            <a:lvl7pPr>
              <a:defRPr sz="1725" b="1">
                <a:solidFill>
                  <a:srgbClr val="72E2AD"/>
                </a:solidFill>
              </a:defRPr>
            </a:lvl7pPr>
            <a:lvl8pPr>
              <a:defRPr sz="1725" b="1">
                <a:solidFill>
                  <a:srgbClr val="72E2AD"/>
                </a:solidFill>
              </a:defRPr>
            </a:lvl8pPr>
            <a:lvl9pPr>
              <a:defRPr sz="1725" b="1">
                <a:solidFill>
                  <a:srgbClr val="72E2AD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72E2AD"/>
                </a:solidFill>
              </a:defRPr>
            </a:pPr>
            <a:r>
              <a:rPr sz="1725" b="1">
                <a:solidFill>
                  <a:srgbClr val="72E2AD"/>
                </a:solidFill>
              </a:rPr>
              <a:t>Zoom, pan, inspect, and watch the graph change as features are added.</a:t>
            </a:r>
          </a:p>
        </p:txBody>
      </p:sp>
    </p:spTree>
    <p:extLst>
      <p:ext uri="{BB962C8B-B14F-4D97-AF65-F5344CB8AC3E}">
        <p14:creationId xmlns:p14="http://schemas.microsoft.com/office/powerpoint/2010/main" val="19253595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0E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E03FF52-FB36-4B59-8337-E3804C33B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79A9FF"/>
                </a:solidFill>
              </a:defRPr>
            </a:defPPr>
            <a:lvl1pPr>
              <a:defRPr sz="1275" b="1">
                <a:solidFill>
                  <a:srgbClr val="79A9FF"/>
                </a:solidFill>
              </a:defRPr>
            </a:lvl1pPr>
            <a:lvl2pPr>
              <a:defRPr sz="1275" b="1">
                <a:solidFill>
                  <a:srgbClr val="79A9FF"/>
                </a:solidFill>
              </a:defRPr>
            </a:lvl2pPr>
            <a:lvl3pPr>
              <a:defRPr sz="1275" b="1">
                <a:solidFill>
                  <a:srgbClr val="79A9FF"/>
                </a:solidFill>
              </a:defRPr>
            </a:lvl3pPr>
            <a:lvl4pPr>
              <a:defRPr sz="1275" b="1">
                <a:solidFill>
                  <a:srgbClr val="79A9FF"/>
                </a:solidFill>
              </a:defRPr>
            </a:lvl4pPr>
            <a:lvl5pPr>
              <a:defRPr sz="1275" b="1">
                <a:solidFill>
                  <a:srgbClr val="79A9FF"/>
                </a:solidFill>
              </a:defRPr>
            </a:lvl5pPr>
            <a:lvl6pPr>
              <a:defRPr sz="1275" b="1">
                <a:solidFill>
                  <a:srgbClr val="79A9FF"/>
                </a:solidFill>
              </a:defRPr>
            </a:lvl6pPr>
            <a:lvl7pPr>
              <a:defRPr sz="1275" b="1">
                <a:solidFill>
                  <a:srgbClr val="79A9FF"/>
                </a:solidFill>
              </a:defRPr>
            </a:lvl7pPr>
            <a:lvl8pPr>
              <a:defRPr sz="1275" b="1">
                <a:solidFill>
                  <a:srgbClr val="79A9FF"/>
                </a:solidFill>
              </a:defRPr>
            </a:lvl8pPr>
            <a:lvl9pPr>
              <a:defRPr sz="1275" b="1">
                <a:solidFill>
                  <a:srgbClr val="79A9FF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79A9FF"/>
                </a:solidFill>
              </a:defRPr>
            </a:pPr>
            <a:r>
              <a:rPr sz="1275" b="1">
                <a:solidFill>
                  <a:srgbClr val="79A9FF"/>
                </a:solidFill>
              </a:rPr>
              <a:t>AGENT VIEW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8270DD1-F065-4A58-8D40-0B2D46E0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429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9AA7BA"/>
                </a:solidFill>
              </a:defRPr>
            </a:defPPr>
            <a:lvl1pPr>
              <a:defRPr sz="1050" b="0">
                <a:solidFill>
                  <a:srgbClr val="9AA7BA"/>
                </a:solidFill>
              </a:defRPr>
            </a:lvl1pPr>
            <a:lvl2pPr>
              <a:defRPr sz="1050" b="0">
                <a:solidFill>
                  <a:srgbClr val="9AA7BA"/>
                </a:solidFill>
              </a:defRPr>
            </a:lvl2pPr>
            <a:lvl3pPr>
              <a:defRPr sz="1050" b="0">
                <a:solidFill>
                  <a:srgbClr val="9AA7BA"/>
                </a:solidFill>
              </a:defRPr>
            </a:lvl3pPr>
            <a:lvl4pPr>
              <a:defRPr sz="1050" b="0">
                <a:solidFill>
                  <a:srgbClr val="9AA7BA"/>
                </a:solidFill>
              </a:defRPr>
            </a:lvl4pPr>
            <a:lvl5pPr>
              <a:defRPr sz="1050" b="0">
                <a:solidFill>
                  <a:srgbClr val="9AA7BA"/>
                </a:solidFill>
              </a:defRPr>
            </a:lvl5pPr>
            <a:lvl6pPr>
              <a:defRPr sz="1050" b="0">
                <a:solidFill>
                  <a:srgbClr val="9AA7BA"/>
                </a:solidFill>
              </a:defRPr>
            </a:lvl6pPr>
            <a:lvl7pPr>
              <a:defRPr sz="1050" b="0">
                <a:solidFill>
                  <a:srgbClr val="9AA7BA"/>
                </a:solidFill>
              </a:defRPr>
            </a:lvl7pPr>
            <a:lvl8pPr>
              <a:defRPr sz="1050" b="0">
                <a:solidFill>
                  <a:srgbClr val="9AA7BA"/>
                </a:solidFill>
              </a:defRPr>
            </a:lvl8pPr>
            <a:lvl9pPr>
              <a:defRPr sz="1050" b="0">
                <a:solidFill>
                  <a:srgbClr val="9AA7BA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9AA7BA"/>
                </a:solidFill>
              </a:defRPr>
            </a:pPr>
            <a:r>
              <a:rPr sz="1050" b="0">
                <a:solidFill>
                  <a:srgbClr val="9AA7BA"/>
                </a:solidFill>
              </a:rPr>
              <a:t>04 / 06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FAD92EA-93DA-4254-B72A-474EECE3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8953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F2F6FC"/>
                </a:solidFill>
              </a:defRPr>
            </a:defPPr>
            <a:lvl1pPr>
              <a:defRPr sz="4050" b="1">
                <a:solidFill>
                  <a:srgbClr val="F2F6FC"/>
                </a:solidFill>
              </a:defRPr>
            </a:lvl1pPr>
            <a:lvl2pPr>
              <a:defRPr sz="4050" b="1">
                <a:solidFill>
                  <a:srgbClr val="F2F6FC"/>
                </a:solidFill>
              </a:defRPr>
            </a:lvl2pPr>
            <a:lvl3pPr>
              <a:defRPr sz="4050" b="1">
                <a:solidFill>
                  <a:srgbClr val="F2F6FC"/>
                </a:solidFill>
              </a:defRPr>
            </a:lvl3pPr>
            <a:lvl4pPr>
              <a:defRPr sz="4050" b="1">
                <a:solidFill>
                  <a:srgbClr val="F2F6FC"/>
                </a:solidFill>
              </a:defRPr>
            </a:lvl4pPr>
            <a:lvl5pPr>
              <a:defRPr sz="4050" b="1">
                <a:solidFill>
                  <a:srgbClr val="F2F6FC"/>
                </a:solidFill>
              </a:defRPr>
            </a:lvl5pPr>
            <a:lvl6pPr>
              <a:defRPr sz="4050" b="1">
                <a:solidFill>
                  <a:srgbClr val="F2F6FC"/>
                </a:solidFill>
              </a:defRPr>
            </a:lvl6pPr>
            <a:lvl7pPr>
              <a:defRPr sz="4050" b="1">
                <a:solidFill>
                  <a:srgbClr val="F2F6FC"/>
                </a:solidFill>
              </a:defRPr>
            </a:lvl7pPr>
            <a:lvl8pPr>
              <a:defRPr sz="4050" b="1">
                <a:solidFill>
                  <a:srgbClr val="F2F6FC"/>
                </a:solidFill>
              </a:defRPr>
            </a:lvl8pPr>
            <a:lvl9pPr>
              <a:defRPr sz="4050" b="1">
                <a:solidFill>
                  <a:srgbClr val="F2F6FC"/>
                </a:solidFill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F2F6FC"/>
                </a:solidFill>
              </a:defRPr>
            </a:pPr>
            <a:r>
              <a:rPr sz="4050" b="1">
                <a:solidFill>
                  <a:srgbClr val="F2F6FC"/>
                </a:solidFill>
              </a:rPr>
              <a:t>Every active role stays visible</a:t>
            </a:r>
          </a:p>
        </p:txBody>
      </p:sp>
      <p:sp>
        <p:nvSpPr>
          <p:cNvPr id="4" name="body-copy">
            <a:extLst xmlns:a="http://schemas.openxmlformats.org/drawingml/2006/main">
              <a:ext uri="{FF2B5EF4-FFF2-40B4-BE49-F238E27FC236}">
                <a16:creationId xmlns:a16="http://schemas.microsoft.com/office/drawing/2014/main" id="{BA1AF149-A82D-4BD1-9D16-3DB0C6564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857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9AA7BA"/>
                </a:solidFill>
              </a:defRPr>
            </a:defPPr>
            <a:lvl1pPr>
              <a:defRPr sz="2025" b="0">
                <a:solidFill>
                  <a:srgbClr val="9AA7BA"/>
                </a:solidFill>
              </a:defRPr>
            </a:lvl1pPr>
            <a:lvl2pPr>
              <a:defRPr sz="2025" b="0">
                <a:solidFill>
                  <a:srgbClr val="9AA7BA"/>
                </a:solidFill>
              </a:defRPr>
            </a:lvl2pPr>
            <a:lvl3pPr>
              <a:defRPr sz="2025" b="0">
                <a:solidFill>
                  <a:srgbClr val="9AA7BA"/>
                </a:solidFill>
              </a:defRPr>
            </a:lvl3pPr>
            <a:lvl4pPr>
              <a:defRPr sz="2025" b="0">
                <a:solidFill>
                  <a:srgbClr val="9AA7BA"/>
                </a:solidFill>
              </a:defRPr>
            </a:lvl4pPr>
            <a:lvl5pPr>
              <a:defRPr sz="2025" b="0">
                <a:solidFill>
                  <a:srgbClr val="9AA7BA"/>
                </a:solidFill>
              </a:defRPr>
            </a:lvl5pPr>
            <a:lvl6pPr>
              <a:defRPr sz="2025" b="0">
                <a:solidFill>
                  <a:srgbClr val="9AA7BA"/>
                </a:solidFill>
              </a:defRPr>
            </a:lvl6pPr>
            <a:lvl7pPr>
              <a:defRPr sz="2025" b="0">
                <a:solidFill>
                  <a:srgbClr val="9AA7BA"/>
                </a:solidFill>
              </a:defRPr>
            </a:lvl7pPr>
            <a:lvl8pPr>
              <a:defRPr sz="2025" b="0">
                <a:solidFill>
                  <a:srgbClr val="9AA7BA"/>
                </a:solidFill>
              </a:defRPr>
            </a:lvl8pPr>
            <a:lvl9pPr>
              <a:defRPr sz="2025" b="0">
                <a:solidFill>
                  <a:srgbClr val="9AA7BA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9AA7BA"/>
                </a:solidFill>
              </a:defRPr>
            </a:pPr>
            <a:r>
              <a:rPr sz="2025" b="0">
                <a:solidFill>
                  <a:srgbClr val="9AA7BA"/>
                </a:solidFill>
              </a:rPr>
              <a:t>The project lead coordinates module owners. Coding and testing agents handle focused work and publish results back to the project.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2D5A53-D95B-4302-A907-043D532978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b0356e1fb444f4"/>
          <a:srcRect xmlns:a="http://schemas.openxmlformats.org/drawingml/2006/main" l="9302" t="0" r="93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4762500"/>
            <a:ext cx="8953500" cy="6191250"/>
          </a:xfrm>
          <a:prstGeom xmlns:a="http://schemas.openxmlformats.org/drawingml/2006/main" prst="roundRect">
            <a:avLst>
              <a:gd name="adj" fmla="val 1846"/>
            </a:avLst>
          </a:prstGeom>
        </p:spPr>
      </p:pic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BB0093B-61D0-4062-967B-C2F07BA5D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3347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72E2AD"/>
                </a:solidFill>
              </a:defRPr>
            </a:defPPr>
            <a:lvl1pPr>
              <a:defRPr sz="1650" b="1">
                <a:solidFill>
                  <a:srgbClr val="72E2AD"/>
                </a:solidFill>
              </a:defRPr>
            </a:lvl1pPr>
            <a:lvl2pPr>
              <a:defRPr sz="1650" b="1">
                <a:solidFill>
                  <a:srgbClr val="72E2AD"/>
                </a:solidFill>
              </a:defRPr>
            </a:lvl2pPr>
            <a:lvl3pPr>
              <a:defRPr sz="1650" b="1">
                <a:solidFill>
                  <a:srgbClr val="72E2AD"/>
                </a:solidFill>
              </a:defRPr>
            </a:lvl3pPr>
            <a:lvl4pPr>
              <a:defRPr sz="1650" b="1">
                <a:solidFill>
                  <a:srgbClr val="72E2AD"/>
                </a:solidFill>
              </a:defRPr>
            </a:lvl4pPr>
            <a:lvl5pPr>
              <a:defRPr sz="1650" b="1">
                <a:solidFill>
                  <a:srgbClr val="72E2AD"/>
                </a:solidFill>
              </a:defRPr>
            </a:lvl5pPr>
            <a:lvl6pPr>
              <a:defRPr sz="1650" b="1">
                <a:solidFill>
                  <a:srgbClr val="72E2AD"/>
                </a:solidFill>
              </a:defRPr>
            </a:lvl6pPr>
            <a:lvl7pPr>
              <a:defRPr sz="1650" b="1">
                <a:solidFill>
                  <a:srgbClr val="72E2AD"/>
                </a:solidFill>
              </a:defRPr>
            </a:lvl7pPr>
            <a:lvl8pPr>
              <a:defRPr sz="1650" b="1">
                <a:solidFill>
                  <a:srgbClr val="72E2AD"/>
                </a:solidFill>
              </a:defRPr>
            </a:lvl8pPr>
            <a:lvl9pPr>
              <a:defRPr sz="1650" b="1">
                <a:solidFill>
                  <a:srgbClr val="72E2AD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72E2AD"/>
                </a:solidFill>
              </a:defRPr>
            </a:pPr>
            <a:r>
              <a:rPr sz="1650" b="1">
                <a:solidFill>
                  <a:srgbClr val="72E2AD"/>
                </a:solidFill>
              </a:rPr>
              <a:t>Agent creation, progress, completion, failure, and cancellation appear in the event stream.</a:t>
            </a:r>
          </a:p>
        </p:txBody>
      </p:sp>
    </p:spTree>
    <p:extLst>
      <p:ext uri="{BB962C8B-B14F-4D97-AF65-F5344CB8AC3E}">
        <p14:creationId xmlns:p14="http://schemas.microsoft.com/office/powerpoint/2010/main" val="19593876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A0E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C54821E-BAEB-4EFB-BB14-AD5A79FB5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79A9FF"/>
                </a:solidFill>
              </a:defRPr>
            </a:defPPr>
            <a:lvl1pPr>
              <a:defRPr sz="1275" b="1">
                <a:solidFill>
                  <a:srgbClr val="79A9FF"/>
                </a:solidFill>
              </a:defRPr>
            </a:lvl1pPr>
            <a:lvl2pPr>
              <a:defRPr sz="1275" b="1">
                <a:solidFill>
                  <a:srgbClr val="79A9FF"/>
                </a:solidFill>
              </a:defRPr>
            </a:lvl2pPr>
            <a:lvl3pPr>
              <a:defRPr sz="1275" b="1">
                <a:solidFill>
                  <a:srgbClr val="79A9FF"/>
                </a:solidFill>
              </a:defRPr>
            </a:lvl3pPr>
            <a:lvl4pPr>
              <a:defRPr sz="1275" b="1">
                <a:solidFill>
                  <a:srgbClr val="79A9FF"/>
                </a:solidFill>
              </a:defRPr>
            </a:lvl4pPr>
            <a:lvl5pPr>
              <a:defRPr sz="1275" b="1">
                <a:solidFill>
                  <a:srgbClr val="79A9FF"/>
                </a:solidFill>
              </a:defRPr>
            </a:lvl5pPr>
            <a:lvl6pPr>
              <a:defRPr sz="1275" b="1">
                <a:solidFill>
                  <a:srgbClr val="79A9FF"/>
                </a:solidFill>
              </a:defRPr>
            </a:lvl6pPr>
            <a:lvl7pPr>
              <a:defRPr sz="1275" b="1">
                <a:solidFill>
                  <a:srgbClr val="79A9FF"/>
                </a:solidFill>
              </a:defRPr>
            </a:lvl7pPr>
            <a:lvl8pPr>
              <a:defRPr sz="1275" b="1">
                <a:solidFill>
                  <a:srgbClr val="79A9FF"/>
                </a:solidFill>
              </a:defRPr>
            </a:lvl8pPr>
            <a:lvl9pPr>
              <a:defRPr sz="1275" b="1">
                <a:solidFill>
                  <a:srgbClr val="79A9FF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79A9FF"/>
                </a:solidFill>
              </a:defRPr>
            </a:pPr>
            <a:r>
              <a:rPr sz="1275" b="1">
                <a:solidFill>
                  <a:srgbClr val="79A9FF"/>
                </a:solidFill>
              </a:rPr>
              <a:t>VALIDATION GATE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9D18AB4-5EB4-4AEA-A3DB-65880AF0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429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9AA7BA"/>
                </a:solidFill>
              </a:defRPr>
            </a:defPPr>
            <a:lvl1pPr>
              <a:defRPr sz="1050" b="0">
                <a:solidFill>
                  <a:srgbClr val="9AA7BA"/>
                </a:solidFill>
              </a:defRPr>
            </a:lvl1pPr>
            <a:lvl2pPr>
              <a:defRPr sz="1050" b="0">
                <a:solidFill>
                  <a:srgbClr val="9AA7BA"/>
                </a:solidFill>
              </a:defRPr>
            </a:lvl2pPr>
            <a:lvl3pPr>
              <a:defRPr sz="1050" b="0">
                <a:solidFill>
                  <a:srgbClr val="9AA7BA"/>
                </a:solidFill>
              </a:defRPr>
            </a:lvl3pPr>
            <a:lvl4pPr>
              <a:defRPr sz="1050" b="0">
                <a:solidFill>
                  <a:srgbClr val="9AA7BA"/>
                </a:solidFill>
              </a:defRPr>
            </a:lvl4pPr>
            <a:lvl5pPr>
              <a:defRPr sz="1050" b="0">
                <a:solidFill>
                  <a:srgbClr val="9AA7BA"/>
                </a:solidFill>
              </a:defRPr>
            </a:lvl5pPr>
            <a:lvl6pPr>
              <a:defRPr sz="1050" b="0">
                <a:solidFill>
                  <a:srgbClr val="9AA7BA"/>
                </a:solidFill>
              </a:defRPr>
            </a:lvl6pPr>
            <a:lvl7pPr>
              <a:defRPr sz="1050" b="0">
                <a:solidFill>
                  <a:srgbClr val="9AA7BA"/>
                </a:solidFill>
              </a:defRPr>
            </a:lvl7pPr>
            <a:lvl8pPr>
              <a:defRPr sz="1050" b="0">
                <a:solidFill>
                  <a:srgbClr val="9AA7BA"/>
                </a:solidFill>
              </a:defRPr>
            </a:lvl8pPr>
            <a:lvl9pPr>
              <a:defRPr sz="1050" b="0">
                <a:solidFill>
                  <a:srgbClr val="9AA7BA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9AA7BA"/>
                </a:solidFill>
              </a:defRPr>
            </a:pPr>
            <a:r>
              <a:rPr sz="1050" b="0">
                <a:solidFill>
                  <a:srgbClr val="9AA7BA"/>
                </a:solidFill>
              </a:rPr>
              <a:t>05 / 06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603DF92-0E66-42FB-820A-710B6A63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8953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750" b="1">
                <a:solidFill>
                  <a:srgbClr val="F2F6FC"/>
                </a:solidFill>
              </a:defRPr>
            </a:defPPr>
            <a:lvl1pPr>
              <a:defRPr sz="3750" b="1">
                <a:solidFill>
                  <a:srgbClr val="F2F6FC"/>
                </a:solidFill>
              </a:defRPr>
            </a:lvl1pPr>
            <a:lvl2pPr>
              <a:defRPr sz="3750" b="1">
                <a:solidFill>
                  <a:srgbClr val="F2F6FC"/>
                </a:solidFill>
              </a:defRPr>
            </a:lvl2pPr>
            <a:lvl3pPr>
              <a:defRPr sz="3750" b="1">
                <a:solidFill>
                  <a:srgbClr val="F2F6FC"/>
                </a:solidFill>
              </a:defRPr>
            </a:lvl3pPr>
            <a:lvl4pPr>
              <a:defRPr sz="3750" b="1">
                <a:solidFill>
                  <a:srgbClr val="F2F6FC"/>
                </a:solidFill>
              </a:defRPr>
            </a:lvl4pPr>
            <a:lvl5pPr>
              <a:defRPr sz="3750" b="1">
                <a:solidFill>
                  <a:srgbClr val="F2F6FC"/>
                </a:solidFill>
              </a:defRPr>
            </a:lvl5pPr>
            <a:lvl6pPr>
              <a:defRPr sz="3750" b="1">
                <a:solidFill>
                  <a:srgbClr val="F2F6FC"/>
                </a:solidFill>
              </a:defRPr>
            </a:lvl6pPr>
            <a:lvl7pPr>
              <a:defRPr sz="3750" b="1">
                <a:solidFill>
                  <a:srgbClr val="F2F6FC"/>
                </a:solidFill>
              </a:defRPr>
            </a:lvl7pPr>
            <a:lvl8pPr>
              <a:defRPr sz="3750" b="1">
                <a:solidFill>
                  <a:srgbClr val="F2F6FC"/>
                </a:solidFill>
              </a:defRPr>
            </a:lvl8pPr>
            <a:lvl9pPr>
              <a:defRPr sz="3750" b="1">
                <a:solidFill>
                  <a:srgbClr val="F2F6FC"/>
                </a:solidFill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F2F6FC"/>
                </a:solidFill>
              </a:defRPr>
            </a:pPr>
            <a:r>
              <a:rPr sz="3750" b="1">
                <a:solidFill>
                  <a:srgbClr val="F2F6FC"/>
                </a:solidFill>
              </a:rPr>
              <a:t>Generated code needs evidence before acceptance</a:t>
            </a:r>
          </a:p>
        </p:txBody>
      </p:sp>
      <p:sp>
        <p:nvSpPr>
          <p:cNvPr id="4" name="body-copy">
            <a:extLst xmlns:a="http://schemas.openxmlformats.org/drawingml/2006/main">
              <a:ext uri="{FF2B5EF4-FFF2-40B4-BE49-F238E27FC236}">
                <a16:creationId xmlns:a16="http://schemas.microsoft.com/office/drawing/2014/main" id="{F76F08A8-6E2A-478D-8C2D-0694E592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857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9AA7BA"/>
                </a:solidFill>
              </a:defRPr>
            </a:defPPr>
            <a:lvl1pPr>
              <a:defRPr sz="2175" b="0">
                <a:solidFill>
                  <a:srgbClr val="9AA7BA"/>
                </a:solidFill>
              </a:defRPr>
            </a:lvl1pPr>
            <a:lvl2pPr>
              <a:defRPr sz="2175" b="0">
                <a:solidFill>
                  <a:srgbClr val="9AA7BA"/>
                </a:solidFill>
              </a:defRPr>
            </a:lvl2pPr>
            <a:lvl3pPr>
              <a:defRPr sz="2175" b="0">
                <a:solidFill>
                  <a:srgbClr val="9AA7BA"/>
                </a:solidFill>
              </a:defRPr>
            </a:lvl3pPr>
            <a:lvl4pPr>
              <a:defRPr sz="2175" b="0">
                <a:solidFill>
                  <a:srgbClr val="9AA7BA"/>
                </a:solidFill>
              </a:defRPr>
            </a:lvl4pPr>
            <a:lvl5pPr>
              <a:defRPr sz="2175" b="0">
                <a:solidFill>
                  <a:srgbClr val="9AA7BA"/>
                </a:solidFill>
              </a:defRPr>
            </a:lvl5pPr>
            <a:lvl6pPr>
              <a:defRPr sz="2175" b="0">
                <a:solidFill>
                  <a:srgbClr val="9AA7BA"/>
                </a:solidFill>
              </a:defRPr>
            </a:lvl6pPr>
            <a:lvl7pPr>
              <a:defRPr sz="2175" b="0">
                <a:solidFill>
                  <a:srgbClr val="9AA7BA"/>
                </a:solidFill>
              </a:defRPr>
            </a:lvl7pPr>
            <a:lvl8pPr>
              <a:defRPr sz="2175" b="0">
                <a:solidFill>
                  <a:srgbClr val="9AA7BA"/>
                </a:solidFill>
              </a:defRPr>
            </a:lvl8pPr>
            <a:lvl9pPr>
              <a:defRPr sz="2175" b="0">
                <a:solidFill>
                  <a:srgbClr val="9AA7BA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9AA7BA"/>
                </a:solidFill>
              </a:defRPr>
            </a:pPr>
            <a:r>
              <a:rPr sz="2175" b="0">
                <a:solidFill>
                  <a:srgbClr val="9AA7BA"/>
                </a:solidFill>
              </a:rPr>
              <a:t>The orchestration layer controls file access and keeps changes inside the project workspace.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3A5D9E5-DB1D-40C6-8356-B1DE0F9ED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79A9FF"/>
                </a:solidFill>
              </a:defRPr>
            </a:defPPr>
            <a:lvl1pPr>
              <a:defRPr sz="2550" b="1">
                <a:solidFill>
                  <a:srgbClr val="79A9FF"/>
                </a:solidFill>
              </a:defRPr>
            </a:lvl1pPr>
            <a:lvl2pPr>
              <a:defRPr sz="2550" b="1">
                <a:solidFill>
                  <a:srgbClr val="79A9FF"/>
                </a:solidFill>
              </a:defRPr>
            </a:lvl2pPr>
            <a:lvl3pPr>
              <a:defRPr sz="2550" b="1">
                <a:solidFill>
                  <a:srgbClr val="79A9FF"/>
                </a:solidFill>
              </a:defRPr>
            </a:lvl3pPr>
            <a:lvl4pPr>
              <a:defRPr sz="2550" b="1">
                <a:solidFill>
                  <a:srgbClr val="79A9FF"/>
                </a:solidFill>
              </a:defRPr>
            </a:lvl4pPr>
            <a:lvl5pPr>
              <a:defRPr sz="2550" b="1">
                <a:solidFill>
                  <a:srgbClr val="79A9FF"/>
                </a:solidFill>
              </a:defRPr>
            </a:lvl5pPr>
            <a:lvl6pPr>
              <a:defRPr sz="2550" b="1">
                <a:solidFill>
                  <a:srgbClr val="79A9FF"/>
                </a:solidFill>
              </a:defRPr>
            </a:lvl6pPr>
            <a:lvl7pPr>
              <a:defRPr sz="2550" b="1">
                <a:solidFill>
                  <a:srgbClr val="79A9FF"/>
                </a:solidFill>
              </a:defRPr>
            </a:lvl7pPr>
            <a:lvl8pPr>
              <a:defRPr sz="2550" b="1">
                <a:solidFill>
                  <a:srgbClr val="79A9FF"/>
                </a:solidFill>
              </a:defRPr>
            </a:lvl8pPr>
            <a:lvl9pPr>
              <a:defRPr sz="2550" b="1">
                <a:solidFill>
                  <a:srgbClr val="79A9FF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79A9FF"/>
                </a:solidFill>
              </a:defRPr>
            </a:pPr>
            <a:r>
              <a:rPr sz="2550" b="1">
                <a:solidFill>
                  <a:srgbClr val="79A9FF"/>
                </a:solidFill>
              </a:rPr>
              <a:t>01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4568C86-00D5-493E-89A2-F0559B91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61975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F2F6FC"/>
                </a:solidFill>
              </a:defRPr>
            </a:defPPr>
            <a:lvl1pPr>
              <a:defRPr sz="2625" b="1">
                <a:solidFill>
                  <a:srgbClr val="F2F6FC"/>
                </a:solidFill>
              </a:defRPr>
            </a:lvl1pPr>
            <a:lvl2pPr>
              <a:defRPr sz="2625" b="1">
                <a:solidFill>
                  <a:srgbClr val="F2F6FC"/>
                </a:solidFill>
              </a:defRPr>
            </a:lvl2pPr>
            <a:lvl3pPr>
              <a:defRPr sz="2625" b="1">
                <a:solidFill>
                  <a:srgbClr val="F2F6FC"/>
                </a:solidFill>
              </a:defRPr>
            </a:lvl3pPr>
            <a:lvl4pPr>
              <a:defRPr sz="2625" b="1">
                <a:solidFill>
                  <a:srgbClr val="F2F6FC"/>
                </a:solidFill>
              </a:defRPr>
            </a:lvl4pPr>
            <a:lvl5pPr>
              <a:defRPr sz="2625" b="1">
                <a:solidFill>
                  <a:srgbClr val="F2F6FC"/>
                </a:solidFill>
              </a:defRPr>
            </a:lvl5pPr>
            <a:lvl6pPr>
              <a:defRPr sz="2625" b="1">
                <a:solidFill>
                  <a:srgbClr val="F2F6FC"/>
                </a:solidFill>
              </a:defRPr>
            </a:lvl6pPr>
            <a:lvl7pPr>
              <a:defRPr sz="2625" b="1">
                <a:solidFill>
                  <a:srgbClr val="F2F6FC"/>
                </a:solidFill>
              </a:defRPr>
            </a:lvl7pPr>
            <a:lvl8pPr>
              <a:defRPr sz="2625" b="1">
                <a:solidFill>
                  <a:srgbClr val="F2F6FC"/>
                </a:solidFill>
              </a:defRPr>
            </a:lvl8pPr>
            <a:lvl9pPr>
              <a:defRPr sz="2625" b="1">
                <a:solidFill>
                  <a:srgbClr val="F2F6FC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F2F6FC"/>
                </a:solidFill>
              </a:defRPr>
            </a:pPr>
            <a:r>
              <a:rPr sz="2625" b="1">
                <a:solidFill>
                  <a:srgbClr val="F2F6FC"/>
                </a:solidFill>
              </a:rPr>
              <a:t>Compile the source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992D2F4-F2A3-4911-BBF7-183DDC895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00875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5DE0C6"/>
                </a:solidFill>
              </a:defRPr>
            </a:defPPr>
            <a:lvl1pPr>
              <a:defRPr sz="2550" b="1">
                <a:solidFill>
                  <a:srgbClr val="5DE0C6"/>
                </a:solidFill>
              </a:defRPr>
            </a:lvl1pPr>
            <a:lvl2pPr>
              <a:defRPr sz="2550" b="1">
                <a:solidFill>
                  <a:srgbClr val="5DE0C6"/>
                </a:solidFill>
              </a:defRPr>
            </a:lvl2pPr>
            <a:lvl3pPr>
              <a:defRPr sz="2550" b="1">
                <a:solidFill>
                  <a:srgbClr val="5DE0C6"/>
                </a:solidFill>
              </a:defRPr>
            </a:lvl3pPr>
            <a:lvl4pPr>
              <a:defRPr sz="2550" b="1">
                <a:solidFill>
                  <a:srgbClr val="5DE0C6"/>
                </a:solidFill>
              </a:defRPr>
            </a:lvl4pPr>
            <a:lvl5pPr>
              <a:defRPr sz="2550" b="1">
                <a:solidFill>
                  <a:srgbClr val="5DE0C6"/>
                </a:solidFill>
              </a:defRPr>
            </a:lvl5pPr>
            <a:lvl6pPr>
              <a:defRPr sz="2550" b="1">
                <a:solidFill>
                  <a:srgbClr val="5DE0C6"/>
                </a:solidFill>
              </a:defRPr>
            </a:lvl6pPr>
            <a:lvl7pPr>
              <a:defRPr sz="2550" b="1">
                <a:solidFill>
                  <a:srgbClr val="5DE0C6"/>
                </a:solidFill>
              </a:defRPr>
            </a:lvl7pPr>
            <a:lvl8pPr>
              <a:defRPr sz="2550" b="1">
                <a:solidFill>
                  <a:srgbClr val="5DE0C6"/>
                </a:solidFill>
              </a:defRPr>
            </a:lvl8pPr>
            <a:lvl9pPr>
              <a:defRPr sz="2550" b="1">
                <a:solidFill>
                  <a:srgbClr val="5DE0C6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5DE0C6"/>
                </a:solidFill>
              </a:defRPr>
            </a:pPr>
            <a:r>
              <a:rPr sz="2550" b="1">
                <a:solidFill>
                  <a:srgbClr val="5DE0C6"/>
                </a:solidFill>
              </a:rPr>
              <a:t>02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36CD1D0-77D3-4C1D-BB0D-B1C3A434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7000875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F2F6FC"/>
                </a:solidFill>
              </a:defRPr>
            </a:defPPr>
            <a:lvl1pPr>
              <a:defRPr sz="2625" b="1">
                <a:solidFill>
                  <a:srgbClr val="F2F6FC"/>
                </a:solidFill>
              </a:defRPr>
            </a:lvl1pPr>
            <a:lvl2pPr>
              <a:defRPr sz="2625" b="1">
                <a:solidFill>
                  <a:srgbClr val="F2F6FC"/>
                </a:solidFill>
              </a:defRPr>
            </a:lvl2pPr>
            <a:lvl3pPr>
              <a:defRPr sz="2625" b="1">
                <a:solidFill>
                  <a:srgbClr val="F2F6FC"/>
                </a:solidFill>
              </a:defRPr>
            </a:lvl3pPr>
            <a:lvl4pPr>
              <a:defRPr sz="2625" b="1">
                <a:solidFill>
                  <a:srgbClr val="F2F6FC"/>
                </a:solidFill>
              </a:defRPr>
            </a:lvl4pPr>
            <a:lvl5pPr>
              <a:defRPr sz="2625" b="1">
                <a:solidFill>
                  <a:srgbClr val="F2F6FC"/>
                </a:solidFill>
              </a:defRPr>
            </a:lvl5pPr>
            <a:lvl6pPr>
              <a:defRPr sz="2625" b="1">
                <a:solidFill>
                  <a:srgbClr val="F2F6FC"/>
                </a:solidFill>
              </a:defRPr>
            </a:lvl6pPr>
            <a:lvl7pPr>
              <a:defRPr sz="2625" b="1">
                <a:solidFill>
                  <a:srgbClr val="F2F6FC"/>
                </a:solidFill>
              </a:defRPr>
            </a:lvl7pPr>
            <a:lvl8pPr>
              <a:defRPr sz="2625" b="1">
                <a:solidFill>
                  <a:srgbClr val="F2F6FC"/>
                </a:solidFill>
              </a:defRPr>
            </a:lvl8pPr>
            <a:lvl9pPr>
              <a:defRPr sz="2625" b="1">
                <a:solidFill>
                  <a:srgbClr val="F2F6FC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F2F6FC"/>
                </a:solidFill>
              </a:defRPr>
            </a:pPr>
            <a:r>
              <a:rPr sz="2625" b="1">
                <a:solidFill>
                  <a:srgbClr val="F2F6FC"/>
                </a:solidFill>
              </a:rPr>
              <a:t>Run automated tests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DD83F64-5476-4934-97A2-EFF3F569C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0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AE8CFF"/>
                </a:solidFill>
              </a:defRPr>
            </a:defPPr>
            <a:lvl1pPr>
              <a:defRPr sz="2550" b="1">
                <a:solidFill>
                  <a:srgbClr val="AE8CFF"/>
                </a:solidFill>
              </a:defRPr>
            </a:lvl1pPr>
            <a:lvl2pPr>
              <a:defRPr sz="2550" b="1">
                <a:solidFill>
                  <a:srgbClr val="AE8CFF"/>
                </a:solidFill>
              </a:defRPr>
            </a:lvl2pPr>
            <a:lvl3pPr>
              <a:defRPr sz="2550" b="1">
                <a:solidFill>
                  <a:srgbClr val="AE8CFF"/>
                </a:solidFill>
              </a:defRPr>
            </a:lvl3pPr>
            <a:lvl4pPr>
              <a:defRPr sz="2550" b="1">
                <a:solidFill>
                  <a:srgbClr val="AE8CFF"/>
                </a:solidFill>
              </a:defRPr>
            </a:lvl4pPr>
            <a:lvl5pPr>
              <a:defRPr sz="2550" b="1">
                <a:solidFill>
                  <a:srgbClr val="AE8CFF"/>
                </a:solidFill>
              </a:defRPr>
            </a:lvl5pPr>
            <a:lvl6pPr>
              <a:defRPr sz="2550" b="1">
                <a:solidFill>
                  <a:srgbClr val="AE8CFF"/>
                </a:solidFill>
              </a:defRPr>
            </a:lvl6pPr>
            <a:lvl7pPr>
              <a:defRPr sz="2550" b="1">
                <a:solidFill>
                  <a:srgbClr val="AE8CFF"/>
                </a:solidFill>
              </a:defRPr>
            </a:lvl7pPr>
            <a:lvl8pPr>
              <a:defRPr sz="2550" b="1">
                <a:solidFill>
                  <a:srgbClr val="AE8CFF"/>
                </a:solidFill>
              </a:defRPr>
            </a:lvl8pPr>
            <a:lvl9pPr>
              <a:defRPr sz="2550" b="1">
                <a:solidFill>
                  <a:srgbClr val="AE8CFF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AE8CFF"/>
                </a:solidFill>
              </a:defRPr>
            </a:pPr>
            <a:r>
              <a:rPr sz="2550" b="1">
                <a:solidFill>
                  <a:srgbClr val="AE8CFF"/>
                </a:solidFill>
              </a:rPr>
              <a:t>03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F8D229F-636C-404D-9393-96D8A39F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8382000"/>
            <a:ext cx="742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F2F6FC"/>
                </a:solidFill>
              </a:defRPr>
            </a:defPPr>
            <a:lvl1pPr>
              <a:defRPr sz="2625" b="1">
                <a:solidFill>
                  <a:srgbClr val="F2F6FC"/>
                </a:solidFill>
              </a:defRPr>
            </a:lvl1pPr>
            <a:lvl2pPr>
              <a:defRPr sz="2625" b="1">
                <a:solidFill>
                  <a:srgbClr val="F2F6FC"/>
                </a:solidFill>
              </a:defRPr>
            </a:lvl2pPr>
            <a:lvl3pPr>
              <a:defRPr sz="2625" b="1">
                <a:solidFill>
                  <a:srgbClr val="F2F6FC"/>
                </a:solidFill>
              </a:defRPr>
            </a:lvl3pPr>
            <a:lvl4pPr>
              <a:defRPr sz="2625" b="1">
                <a:solidFill>
                  <a:srgbClr val="F2F6FC"/>
                </a:solidFill>
              </a:defRPr>
            </a:lvl4pPr>
            <a:lvl5pPr>
              <a:defRPr sz="2625" b="1">
                <a:solidFill>
                  <a:srgbClr val="F2F6FC"/>
                </a:solidFill>
              </a:defRPr>
            </a:lvl5pPr>
            <a:lvl6pPr>
              <a:defRPr sz="2625" b="1">
                <a:solidFill>
                  <a:srgbClr val="F2F6FC"/>
                </a:solidFill>
              </a:defRPr>
            </a:lvl6pPr>
            <a:lvl7pPr>
              <a:defRPr sz="2625" b="1">
                <a:solidFill>
                  <a:srgbClr val="F2F6FC"/>
                </a:solidFill>
              </a:defRPr>
            </a:lvl7pPr>
            <a:lvl8pPr>
              <a:defRPr sz="2625" b="1">
                <a:solidFill>
                  <a:srgbClr val="F2F6FC"/>
                </a:solidFill>
              </a:defRPr>
            </a:lvl8pPr>
            <a:lvl9pPr>
              <a:defRPr sz="2625" b="1">
                <a:solidFill>
                  <a:srgbClr val="F2F6FC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F2F6FC"/>
                </a:solidFill>
              </a:defRPr>
            </a:pPr>
            <a:r>
              <a:rPr sz="2625" b="1">
                <a:solidFill>
                  <a:srgbClr val="F2F6FC"/>
                </a:solidFill>
              </a:rPr>
              <a:t>Record files, hashes, and results</a:t>
            </a:r>
          </a:p>
        </p:txBody>
      </p:sp>
      <p:sp>
        <p:nvSpPr>
          <p:cNvPr id="11" name="body-copy">
            <a:extLst xmlns:a="http://schemas.openxmlformats.org/drawingml/2006/main">
              <a:ext uri="{FF2B5EF4-FFF2-40B4-BE49-F238E27FC236}">
                <a16:creationId xmlns:a16="http://schemas.microsoft.com/office/drawing/2014/main" id="{873FE5A7-820C-43ED-88D9-967D87C91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38225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9AA7BA"/>
                </a:solidFill>
              </a:defRPr>
            </a:defPPr>
            <a:lvl1pPr>
              <a:defRPr sz="1875" b="0">
                <a:solidFill>
                  <a:srgbClr val="9AA7BA"/>
                </a:solidFill>
              </a:defRPr>
            </a:lvl1pPr>
            <a:lvl2pPr>
              <a:defRPr sz="1875" b="0">
                <a:solidFill>
                  <a:srgbClr val="9AA7BA"/>
                </a:solidFill>
              </a:defRPr>
            </a:lvl2pPr>
            <a:lvl3pPr>
              <a:defRPr sz="1875" b="0">
                <a:solidFill>
                  <a:srgbClr val="9AA7BA"/>
                </a:solidFill>
              </a:defRPr>
            </a:lvl3pPr>
            <a:lvl4pPr>
              <a:defRPr sz="1875" b="0">
                <a:solidFill>
                  <a:srgbClr val="9AA7BA"/>
                </a:solidFill>
              </a:defRPr>
            </a:lvl4pPr>
            <a:lvl5pPr>
              <a:defRPr sz="1875" b="0">
                <a:solidFill>
                  <a:srgbClr val="9AA7BA"/>
                </a:solidFill>
              </a:defRPr>
            </a:lvl5pPr>
            <a:lvl6pPr>
              <a:defRPr sz="1875" b="0">
                <a:solidFill>
                  <a:srgbClr val="9AA7BA"/>
                </a:solidFill>
              </a:defRPr>
            </a:lvl6pPr>
            <a:lvl7pPr>
              <a:defRPr sz="1875" b="0">
                <a:solidFill>
                  <a:srgbClr val="9AA7BA"/>
                </a:solidFill>
              </a:defRPr>
            </a:lvl7pPr>
            <a:lvl8pPr>
              <a:defRPr sz="1875" b="0">
                <a:solidFill>
                  <a:srgbClr val="9AA7BA"/>
                </a:solidFill>
              </a:defRPr>
            </a:lvl8pPr>
            <a:lvl9pPr>
              <a:defRPr sz="1875" b="0">
                <a:solidFill>
                  <a:srgbClr val="9AA7BA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9AA7BA"/>
                </a:solidFill>
              </a:defRPr>
            </a:pPr>
            <a:r>
              <a:rPr sz="1875" b="0">
                <a:solidFill>
                  <a:srgbClr val="9AA7BA"/>
                </a:solidFill>
              </a:rPr>
              <a:t>A failed check blocks the module and returns useful diagnostics to the workflow.</a:t>
            </a:r>
          </a:p>
        </p:txBody>
      </p:sp>
    </p:spTree>
    <p:extLst>
      <p:ext uri="{BB962C8B-B14F-4D97-AF65-F5344CB8AC3E}">
        <p14:creationId xmlns:p14="http://schemas.microsoft.com/office/powerpoint/2010/main" val="10276412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0E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56E14F66-D360-4C2F-AB94-E76388D92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79A9FF"/>
                </a:solidFill>
              </a:defRPr>
            </a:defPPr>
            <a:lvl1pPr>
              <a:defRPr sz="1275" b="1">
                <a:solidFill>
                  <a:srgbClr val="79A9FF"/>
                </a:solidFill>
              </a:defRPr>
            </a:lvl1pPr>
            <a:lvl2pPr>
              <a:defRPr sz="1275" b="1">
                <a:solidFill>
                  <a:srgbClr val="79A9FF"/>
                </a:solidFill>
              </a:defRPr>
            </a:lvl2pPr>
            <a:lvl3pPr>
              <a:defRPr sz="1275" b="1">
                <a:solidFill>
                  <a:srgbClr val="79A9FF"/>
                </a:solidFill>
              </a:defRPr>
            </a:lvl3pPr>
            <a:lvl4pPr>
              <a:defRPr sz="1275" b="1">
                <a:solidFill>
                  <a:srgbClr val="79A9FF"/>
                </a:solidFill>
              </a:defRPr>
            </a:lvl4pPr>
            <a:lvl5pPr>
              <a:defRPr sz="1275" b="1">
                <a:solidFill>
                  <a:srgbClr val="79A9FF"/>
                </a:solidFill>
              </a:defRPr>
            </a:lvl5pPr>
            <a:lvl6pPr>
              <a:defRPr sz="1275" b="1">
                <a:solidFill>
                  <a:srgbClr val="79A9FF"/>
                </a:solidFill>
              </a:defRPr>
            </a:lvl6pPr>
            <a:lvl7pPr>
              <a:defRPr sz="1275" b="1">
                <a:solidFill>
                  <a:srgbClr val="79A9FF"/>
                </a:solidFill>
              </a:defRPr>
            </a:lvl7pPr>
            <a:lvl8pPr>
              <a:defRPr sz="1275" b="1">
                <a:solidFill>
                  <a:srgbClr val="79A9FF"/>
                </a:solidFill>
              </a:defRPr>
            </a:lvl8pPr>
            <a:lvl9pPr>
              <a:defRPr sz="1275" b="1">
                <a:solidFill>
                  <a:srgbClr val="79A9FF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79A9FF"/>
                </a:solidFill>
              </a:defRPr>
            </a:pPr>
            <a:r>
              <a:rPr sz="1275" b="1">
                <a:solidFill>
                  <a:srgbClr val="79A9FF"/>
                </a:solidFill>
              </a:rPr>
              <a:t>CURRENT MVP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17705F5-69B0-4A97-B140-0EA1FA7E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429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9AA7BA"/>
                </a:solidFill>
              </a:defRPr>
            </a:defPPr>
            <a:lvl1pPr>
              <a:defRPr sz="1050" b="0">
                <a:solidFill>
                  <a:srgbClr val="9AA7BA"/>
                </a:solidFill>
              </a:defRPr>
            </a:lvl1pPr>
            <a:lvl2pPr>
              <a:defRPr sz="1050" b="0">
                <a:solidFill>
                  <a:srgbClr val="9AA7BA"/>
                </a:solidFill>
              </a:defRPr>
            </a:lvl2pPr>
            <a:lvl3pPr>
              <a:defRPr sz="1050" b="0">
                <a:solidFill>
                  <a:srgbClr val="9AA7BA"/>
                </a:solidFill>
              </a:defRPr>
            </a:lvl3pPr>
            <a:lvl4pPr>
              <a:defRPr sz="1050" b="0">
                <a:solidFill>
                  <a:srgbClr val="9AA7BA"/>
                </a:solidFill>
              </a:defRPr>
            </a:lvl4pPr>
            <a:lvl5pPr>
              <a:defRPr sz="1050" b="0">
                <a:solidFill>
                  <a:srgbClr val="9AA7BA"/>
                </a:solidFill>
              </a:defRPr>
            </a:lvl5pPr>
            <a:lvl6pPr>
              <a:defRPr sz="1050" b="0">
                <a:solidFill>
                  <a:srgbClr val="9AA7BA"/>
                </a:solidFill>
              </a:defRPr>
            </a:lvl6pPr>
            <a:lvl7pPr>
              <a:defRPr sz="1050" b="0">
                <a:solidFill>
                  <a:srgbClr val="9AA7BA"/>
                </a:solidFill>
              </a:defRPr>
            </a:lvl7pPr>
            <a:lvl8pPr>
              <a:defRPr sz="1050" b="0">
                <a:solidFill>
                  <a:srgbClr val="9AA7BA"/>
                </a:solidFill>
              </a:defRPr>
            </a:lvl8pPr>
            <a:lvl9pPr>
              <a:defRPr sz="1050" b="0">
                <a:solidFill>
                  <a:srgbClr val="9AA7BA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9AA7BA"/>
                </a:solidFill>
              </a:defRPr>
            </a:pPr>
            <a:r>
              <a:rPr sz="1050" b="0">
                <a:solidFill>
                  <a:srgbClr val="9AA7BA"/>
                </a:solidFill>
              </a:rPr>
              <a:t>06 / 06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5472920-3251-4A29-AAC1-47E3A7CE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8953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750" b="1">
                <a:solidFill>
                  <a:srgbClr val="F2F6FC"/>
                </a:solidFill>
              </a:defRPr>
            </a:defPPr>
            <a:lvl1pPr>
              <a:defRPr sz="3750" b="1">
                <a:solidFill>
                  <a:srgbClr val="F2F6FC"/>
                </a:solidFill>
              </a:defRPr>
            </a:lvl1pPr>
            <a:lvl2pPr>
              <a:defRPr sz="3750" b="1">
                <a:solidFill>
                  <a:srgbClr val="F2F6FC"/>
                </a:solidFill>
              </a:defRPr>
            </a:lvl2pPr>
            <a:lvl3pPr>
              <a:defRPr sz="3750" b="1">
                <a:solidFill>
                  <a:srgbClr val="F2F6FC"/>
                </a:solidFill>
              </a:defRPr>
            </a:lvl3pPr>
            <a:lvl4pPr>
              <a:defRPr sz="3750" b="1">
                <a:solidFill>
                  <a:srgbClr val="F2F6FC"/>
                </a:solidFill>
              </a:defRPr>
            </a:lvl4pPr>
            <a:lvl5pPr>
              <a:defRPr sz="3750" b="1">
                <a:solidFill>
                  <a:srgbClr val="F2F6FC"/>
                </a:solidFill>
              </a:defRPr>
            </a:lvl5pPr>
            <a:lvl6pPr>
              <a:defRPr sz="3750" b="1">
                <a:solidFill>
                  <a:srgbClr val="F2F6FC"/>
                </a:solidFill>
              </a:defRPr>
            </a:lvl6pPr>
            <a:lvl7pPr>
              <a:defRPr sz="3750" b="1">
                <a:solidFill>
                  <a:srgbClr val="F2F6FC"/>
                </a:solidFill>
              </a:defRPr>
            </a:lvl7pPr>
            <a:lvl8pPr>
              <a:defRPr sz="3750" b="1">
                <a:solidFill>
                  <a:srgbClr val="F2F6FC"/>
                </a:solidFill>
              </a:defRPr>
            </a:lvl8pPr>
            <a:lvl9pPr>
              <a:defRPr sz="3750" b="1">
                <a:solidFill>
                  <a:srgbClr val="F2F6FC"/>
                </a:solidFill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F2F6FC"/>
                </a:solidFill>
              </a:defRPr>
            </a:pPr>
            <a:r>
              <a:rPr sz="3750" b="1">
                <a:solidFill>
                  <a:srgbClr val="F2F6FC"/>
                </a:solidFill>
              </a:rPr>
              <a:t>A focused experiment with a working end-to-end loop</a:t>
            </a:r>
          </a:p>
        </p:txBody>
      </p:sp>
      <p:sp>
        <p:nvSpPr>
          <p:cNvPr id="4" name="body-copy">
            <a:extLst xmlns:a="http://schemas.openxmlformats.org/drawingml/2006/main">
              <a:ext uri="{FF2B5EF4-FFF2-40B4-BE49-F238E27FC236}">
                <a16:creationId xmlns:a16="http://schemas.microsoft.com/office/drawing/2014/main" id="{BD7552AC-CEA2-410C-B08A-511A3E576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85725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9AA7BA"/>
                </a:solidFill>
              </a:defRPr>
            </a:defPPr>
            <a:lvl1pPr>
              <a:defRPr sz="2175" b="0">
                <a:solidFill>
                  <a:srgbClr val="9AA7BA"/>
                </a:solidFill>
              </a:defRPr>
            </a:lvl1pPr>
            <a:lvl2pPr>
              <a:defRPr sz="2175" b="0">
                <a:solidFill>
                  <a:srgbClr val="9AA7BA"/>
                </a:solidFill>
              </a:defRPr>
            </a:lvl2pPr>
            <a:lvl3pPr>
              <a:defRPr sz="2175" b="0">
                <a:solidFill>
                  <a:srgbClr val="9AA7BA"/>
                </a:solidFill>
              </a:defRPr>
            </a:lvl3pPr>
            <a:lvl4pPr>
              <a:defRPr sz="2175" b="0">
                <a:solidFill>
                  <a:srgbClr val="9AA7BA"/>
                </a:solidFill>
              </a:defRPr>
            </a:lvl4pPr>
            <a:lvl5pPr>
              <a:defRPr sz="2175" b="0">
                <a:solidFill>
                  <a:srgbClr val="9AA7BA"/>
                </a:solidFill>
              </a:defRPr>
            </a:lvl5pPr>
            <a:lvl6pPr>
              <a:defRPr sz="2175" b="0">
                <a:solidFill>
                  <a:srgbClr val="9AA7BA"/>
                </a:solidFill>
              </a:defRPr>
            </a:lvl6pPr>
            <a:lvl7pPr>
              <a:defRPr sz="2175" b="0">
                <a:solidFill>
                  <a:srgbClr val="9AA7BA"/>
                </a:solidFill>
              </a:defRPr>
            </a:lvl7pPr>
            <a:lvl8pPr>
              <a:defRPr sz="2175" b="0">
                <a:solidFill>
                  <a:srgbClr val="9AA7BA"/>
                </a:solidFill>
              </a:defRPr>
            </a:lvl8pPr>
            <a:lvl9pPr>
              <a:defRPr sz="2175" b="0">
                <a:solidFill>
                  <a:srgbClr val="9AA7BA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9AA7BA"/>
                </a:solidFill>
              </a:defRPr>
            </a:pPr>
            <a:r>
              <a:rPr sz="2175" b="0">
                <a:solidFill>
                  <a:srgbClr val="9AA7BA"/>
                </a:solidFill>
              </a:rPr>
              <a:t>Python and SQLite power the local engine. The browser dashboard uses plain JavaScript. A deterministic demo provider lets the workflow run without paid model access.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6AE905C-8717-4559-A6DD-A7195EB4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00875"/>
            <a:ext cx="419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AE8CFF"/>
                </a:solidFill>
              </a:defRPr>
            </a:defPPr>
            <a:lvl1pPr>
              <a:defRPr sz="1650" b="1">
                <a:solidFill>
                  <a:srgbClr val="AE8CFF"/>
                </a:solidFill>
              </a:defRPr>
            </a:lvl1pPr>
            <a:lvl2pPr>
              <a:defRPr sz="1650" b="1">
                <a:solidFill>
                  <a:srgbClr val="AE8CFF"/>
                </a:solidFill>
              </a:defRPr>
            </a:lvl2pPr>
            <a:lvl3pPr>
              <a:defRPr sz="1650" b="1">
                <a:solidFill>
                  <a:srgbClr val="AE8CFF"/>
                </a:solidFill>
              </a:defRPr>
            </a:lvl3pPr>
            <a:lvl4pPr>
              <a:defRPr sz="1650" b="1">
                <a:solidFill>
                  <a:srgbClr val="AE8CFF"/>
                </a:solidFill>
              </a:defRPr>
            </a:lvl4pPr>
            <a:lvl5pPr>
              <a:defRPr sz="1650" b="1">
                <a:solidFill>
                  <a:srgbClr val="AE8CFF"/>
                </a:solidFill>
              </a:defRPr>
            </a:lvl5pPr>
            <a:lvl6pPr>
              <a:defRPr sz="1650" b="1">
                <a:solidFill>
                  <a:srgbClr val="AE8CFF"/>
                </a:solidFill>
              </a:defRPr>
            </a:lvl6pPr>
            <a:lvl7pPr>
              <a:defRPr sz="1650" b="1">
                <a:solidFill>
                  <a:srgbClr val="AE8CFF"/>
                </a:solidFill>
              </a:defRPr>
            </a:lvl7pPr>
            <a:lvl8pPr>
              <a:defRPr sz="1650" b="1">
                <a:solidFill>
                  <a:srgbClr val="AE8CFF"/>
                </a:solidFill>
              </a:defRPr>
            </a:lvl8pPr>
            <a:lvl9pPr>
              <a:defRPr sz="1650" b="1">
                <a:solidFill>
                  <a:srgbClr val="AE8CF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AE8CFF"/>
                </a:solidFill>
              </a:defRPr>
            </a:pPr>
            <a:r>
              <a:rPr sz="1650" b="1">
                <a:solidFill>
                  <a:srgbClr val="AE8CFF"/>
                </a:solidFill>
              </a:rPr>
              <a:t>Current boundary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0F76716-38CE-4BD7-9360-B4325A952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715250"/>
            <a:ext cx="857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2F6FC"/>
                </a:solidFill>
              </a:defRPr>
            </a:defPPr>
            <a:lvl1pPr>
              <a:defRPr sz="2550" b="1">
                <a:solidFill>
                  <a:srgbClr val="F2F6FC"/>
                </a:solidFill>
              </a:defRPr>
            </a:lvl1pPr>
            <a:lvl2pPr>
              <a:defRPr sz="2550" b="1">
                <a:solidFill>
                  <a:srgbClr val="F2F6FC"/>
                </a:solidFill>
              </a:defRPr>
            </a:lvl2pPr>
            <a:lvl3pPr>
              <a:defRPr sz="2550" b="1">
                <a:solidFill>
                  <a:srgbClr val="F2F6FC"/>
                </a:solidFill>
              </a:defRPr>
            </a:lvl3pPr>
            <a:lvl4pPr>
              <a:defRPr sz="2550" b="1">
                <a:solidFill>
                  <a:srgbClr val="F2F6FC"/>
                </a:solidFill>
              </a:defRPr>
            </a:lvl4pPr>
            <a:lvl5pPr>
              <a:defRPr sz="2550" b="1">
                <a:solidFill>
                  <a:srgbClr val="F2F6FC"/>
                </a:solidFill>
              </a:defRPr>
            </a:lvl5pPr>
            <a:lvl6pPr>
              <a:defRPr sz="2550" b="1">
                <a:solidFill>
                  <a:srgbClr val="F2F6FC"/>
                </a:solidFill>
              </a:defRPr>
            </a:lvl6pPr>
            <a:lvl7pPr>
              <a:defRPr sz="2550" b="1">
                <a:solidFill>
                  <a:srgbClr val="F2F6FC"/>
                </a:solidFill>
              </a:defRPr>
            </a:lvl7pPr>
            <a:lvl8pPr>
              <a:defRPr sz="2550" b="1">
                <a:solidFill>
                  <a:srgbClr val="F2F6FC"/>
                </a:solidFill>
              </a:defRPr>
            </a:lvl8pPr>
            <a:lvl9pPr>
              <a:defRPr sz="2550" b="1">
                <a:solidFill>
                  <a:srgbClr val="F2F6FC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2F6FC"/>
                </a:solidFill>
              </a:defRPr>
            </a:pPr>
            <a:r>
              <a:rPr sz="2550" b="1">
                <a:solidFill>
                  <a:srgbClr val="F2F6FC"/>
                </a:solidFill>
              </a:rPr>
              <a:t>One generated application pattern and sequential module execution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A7BFB52-D3DE-4D53-A1CE-476E0310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667875"/>
            <a:ext cx="419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5DE0C6"/>
                </a:solidFill>
              </a:defRPr>
            </a:defPPr>
            <a:lvl1pPr>
              <a:defRPr sz="1650" b="1">
                <a:solidFill>
                  <a:srgbClr val="5DE0C6"/>
                </a:solidFill>
              </a:defRPr>
            </a:lvl1pPr>
            <a:lvl2pPr>
              <a:defRPr sz="1650" b="1">
                <a:solidFill>
                  <a:srgbClr val="5DE0C6"/>
                </a:solidFill>
              </a:defRPr>
            </a:lvl2pPr>
            <a:lvl3pPr>
              <a:defRPr sz="1650" b="1">
                <a:solidFill>
                  <a:srgbClr val="5DE0C6"/>
                </a:solidFill>
              </a:defRPr>
            </a:lvl3pPr>
            <a:lvl4pPr>
              <a:defRPr sz="1650" b="1">
                <a:solidFill>
                  <a:srgbClr val="5DE0C6"/>
                </a:solidFill>
              </a:defRPr>
            </a:lvl4pPr>
            <a:lvl5pPr>
              <a:defRPr sz="1650" b="1">
                <a:solidFill>
                  <a:srgbClr val="5DE0C6"/>
                </a:solidFill>
              </a:defRPr>
            </a:lvl5pPr>
            <a:lvl6pPr>
              <a:defRPr sz="1650" b="1">
                <a:solidFill>
                  <a:srgbClr val="5DE0C6"/>
                </a:solidFill>
              </a:defRPr>
            </a:lvl6pPr>
            <a:lvl7pPr>
              <a:defRPr sz="1650" b="1">
                <a:solidFill>
                  <a:srgbClr val="5DE0C6"/>
                </a:solidFill>
              </a:defRPr>
            </a:lvl7pPr>
            <a:lvl8pPr>
              <a:defRPr sz="1650" b="1">
                <a:solidFill>
                  <a:srgbClr val="5DE0C6"/>
                </a:solidFill>
              </a:defRPr>
            </a:lvl8pPr>
            <a:lvl9pPr>
              <a:defRPr sz="1650" b="1">
                <a:solidFill>
                  <a:srgbClr val="5DE0C6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5DE0C6"/>
                </a:solidFill>
              </a:defRPr>
            </a:pPr>
            <a:r>
              <a:rPr sz="1650" b="1">
                <a:solidFill>
                  <a:srgbClr val="5DE0C6"/>
                </a:solidFill>
              </a:rPr>
              <a:t>Next experiment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B79BE15-D796-4933-AA77-47A1911A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334625"/>
            <a:ext cx="8572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2F6FC"/>
                </a:solidFill>
              </a:defRPr>
            </a:defPPr>
            <a:lvl1pPr>
              <a:defRPr sz="2550" b="1">
                <a:solidFill>
                  <a:srgbClr val="F2F6FC"/>
                </a:solidFill>
              </a:defRPr>
            </a:lvl1pPr>
            <a:lvl2pPr>
              <a:defRPr sz="2550" b="1">
                <a:solidFill>
                  <a:srgbClr val="F2F6FC"/>
                </a:solidFill>
              </a:defRPr>
            </a:lvl2pPr>
            <a:lvl3pPr>
              <a:defRPr sz="2550" b="1">
                <a:solidFill>
                  <a:srgbClr val="F2F6FC"/>
                </a:solidFill>
              </a:defRPr>
            </a:lvl3pPr>
            <a:lvl4pPr>
              <a:defRPr sz="2550" b="1">
                <a:solidFill>
                  <a:srgbClr val="F2F6FC"/>
                </a:solidFill>
              </a:defRPr>
            </a:lvl4pPr>
            <a:lvl5pPr>
              <a:defRPr sz="2550" b="1">
                <a:solidFill>
                  <a:srgbClr val="F2F6FC"/>
                </a:solidFill>
              </a:defRPr>
            </a:lvl5pPr>
            <a:lvl6pPr>
              <a:defRPr sz="2550" b="1">
                <a:solidFill>
                  <a:srgbClr val="F2F6FC"/>
                </a:solidFill>
              </a:defRPr>
            </a:lvl6pPr>
            <a:lvl7pPr>
              <a:defRPr sz="2550" b="1">
                <a:solidFill>
                  <a:srgbClr val="F2F6FC"/>
                </a:solidFill>
              </a:defRPr>
            </a:lvl7pPr>
            <a:lvl8pPr>
              <a:defRPr sz="2550" b="1">
                <a:solidFill>
                  <a:srgbClr val="F2F6FC"/>
                </a:solidFill>
              </a:defRPr>
            </a:lvl8pPr>
            <a:lvl9pPr>
              <a:defRPr sz="2550" b="1">
                <a:solidFill>
                  <a:srgbClr val="F2F6FC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2F6FC"/>
                </a:solidFill>
              </a:defRPr>
            </a:pPr>
            <a:r>
              <a:rPr sz="2550" b="1">
                <a:solidFill>
                  <a:srgbClr val="F2F6FC"/>
                </a:solidFill>
              </a:rPr>
              <a:t>Constrained model-generated patches behind the same validation gate</a:t>
            </a:r>
          </a:p>
        </p:txBody>
      </p:sp>
    </p:spTree>
    <p:extLst>
      <p:ext uri="{BB962C8B-B14F-4D97-AF65-F5344CB8AC3E}">
        <p14:creationId xmlns:p14="http://schemas.microsoft.com/office/powerpoint/2010/main" val="1868035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2026-10-20T01:13:56.9400000Z</dcterms:created>
  <dcterms:modified xsi:type="dcterms:W3CDTF">2026-10-20T01:13:56.9410000Z</dcterms:modified>
</coreProperties>
</file>